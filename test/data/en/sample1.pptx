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_rels/slideMaster6.xml.rels" ContentType="application/vnd.openxmlformats-package.relationships+xml"/>
  <Override PartName="/ppt/slideMasters/_rels/slideMaster5.xml.rels" ContentType="application/vnd.openxmlformats-package.relationships+xml"/>
  <Override PartName="/ppt/slideMasters/_rels/slideMaster4.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slideLayouts/_rels/slideLayout6.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29.png" ContentType="image/png"/>
  <Override PartName="/ppt/media/image28.png" ContentType="image/png"/>
  <Override PartName="/ppt/media/image27.png" ContentType="image/png"/>
  <Override PartName="/ppt/media/image11.png" ContentType="image/png"/>
  <Override PartName="/ppt/media/image2.png" ContentType="image/png"/>
  <Override PartName="/ppt/media/image17.png" ContentType="image/png"/>
  <Override PartName="/ppt/media/image8.png" ContentType="image/png"/>
  <Override PartName="/ppt/media/image12.png" ContentType="image/png"/>
  <Override PartName="/ppt/media/image3.png" ContentType="image/png"/>
  <Override PartName="/ppt/media/image18.png" ContentType="image/png"/>
  <Override PartName="/ppt/media/image9.png" ContentType="image/png"/>
  <Override PartName="/ppt/media/image20.png" ContentType="image/png"/>
  <Override PartName="/ppt/media/image13.png" ContentType="image/png"/>
  <Override PartName="/ppt/media/image4.png" ContentType="image/png"/>
  <Override PartName="/ppt/media/image30.png" ContentType="image/png"/>
  <Override PartName="/ppt/media/image31.png" ContentType="image/png"/>
  <Override PartName="/ppt/media/image32.png" ContentType="image/png"/>
  <Override PartName="/ppt/media/image7.png" ContentType="image/png"/>
  <Override PartName="/ppt/media/image16.png" ContentType="image/png"/>
  <Override PartName="/ppt/media/image10.png" ContentType="image/png"/>
  <Override PartName="/ppt/media/image1.png" ContentType="image/png"/>
  <Override PartName="/ppt/media/image6.png" ContentType="image/png"/>
  <Override PartName="/ppt/media/image15.png" ContentType="image/png"/>
  <Override PartName="/ppt/media/image5.jpeg" ContentType="image/jpeg"/>
  <Override PartName="/ppt/media/image14.png" ContentType="image/png"/>
  <Override PartName="/ppt/media/image19.png" ContentType="image/png"/>
  <Override PartName="/ppt/media/image21.png" ContentType="image/png"/>
  <Override PartName="/ppt/media/image22.png" ContentType="image/png"/>
  <Override PartName="/ppt/media/image23.png" ContentType="image/png"/>
  <Override PartName="/ppt/media/image24.png" ContentType="image/png"/>
  <Override PartName="/ppt/media/image25.png" ContentType="image/png"/>
  <Override PartName="/ppt/media/image26.png" ContentType="image/png"/>
  <Override PartName="/ppt/slides/slide1.xml" ContentType="application/vnd.openxmlformats-officedocument.presentationml.slide+xml"/>
  <Override PartName="/ppt/slides/_rels/slide9.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10.xml" ContentType="application/vnd.openxmlformats-officedocument.presentationml.notesSlide+xml"/>
  <Override PartName="/ppt/notesSlides/_rels/notesSlide9.xml.rels" ContentType="application/vnd.openxmlformats-package.relationships+xml"/>
  <Override PartName="/ppt/notesSlides/_rels/notesSlide10.xml.rels" ContentType="application/vnd.openxmlformats-package.relationships+xml"/>
  <Override PartName="/ppt/notesSlides/_rels/notesSlide3.xml.rels" ContentType="application/vnd.openxmlformats-package.relationships+xml"/>
  <Override PartName="/ppt/notesSlides/_rels/notesSlide8.xml.rels" ContentType="application/vnd.openxmlformats-package.relationships+xml"/>
  <Override PartName="/ppt/notesSlides/_rels/notesSlide7.xml.rels" ContentType="application/vnd.openxmlformats-package.relationships+xml"/>
  <Override PartName="/ppt/notesSlides/_rels/notesSlide6.xml.rels" ContentType="application/vnd.openxmlformats-package.relationships+xml"/>
  <Override PartName="/ppt/notesSlides/_rels/notesSlide5.xml.rels" ContentType="application/vnd.openxmlformats-package.relationships+xml"/>
  <Override PartName="/ppt/notesSlides/_rels/notesSlide4.xml.rels" ContentType="application/vnd.openxmlformats-package.relationships+xml"/>
  <Override PartName="/ppt/notesSlides/_rels/notesSlide2.xml.rels" ContentType="application/vnd.openxmlformats-package.relationships+xml"/>
  <Override PartName="/ppt/notesSlides/_rels/notesSlide1.xml.rels" ContentType="application/vnd.openxmlformats-package.relationships+xml"/>
  <Override PartName="/ppt/notesSlides/notesSlide9.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Lst>
  <p:sldSz cx="9144000" cy="51435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notesMaster" Target="notesMasters/notesMaster1.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7.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en-US" sz="1400" spc="-1" strike="noStrike">
                <a:solidFill>
                  <a:srgbClr val="000000"/>
                </a:solidFill>
                <a:latin typeface="Arial"/>
              </a:rPr>
              <a:t>Click to move the slide</a:t>
            </a:r>
            <a:endParaRPr b="0" lang="en-US" sz="1400" spc="-1" strike="noStrike">
              <a:solidFill>
                <a:srgbClr val="000000"/>
              </a:solidFill>
              <a:latin typeface="Arial"/>
            </a:endParaRPr>
          </a:p>
        </p:txBody>
      </p:sp>
      <p:sp>
        <p:nvSpPr>
          <p:cNvPr id="24"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25"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26" name="PlaceHolder 4"/>
          <p:cNvSpPr>
            <a:spLocks noGrp="1"/>
          </p:cNvSpPr>
          <p:nvPr>
            <p:ph type="dt" idx="7"/>
          </p:nvPr>
        </p:nvSpPr>
        <p:spPr>
          <a:xfrm>
            <a:off x="4278960" y="0"/>
            <a:ext cx="3280680" cy="53424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27" name="PlaceHolder 5"/>
          <p:cNvSpPr>
            <a:spLocks noGrp="1"/>
          </p:cNvSpPr>
          <p:nvPr>
            <p:ph type="ftr" idx="8"/>
          </p:nvPr>
        </p:nvSpPr>
        <p:spPr>
          <a:xfrm>
            <a:off x="0" y="10157400"/>
            <a:ext cx="3280680" cy="534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8" name="PlaceHolder 6"/>
          <p:cNvSpPr>
            <a:spLocks noGrp="1"/>
          </p:cNvSpPr>
          <p:nvPr>
            <p:ph type="sldNum" idx="9"/>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925E6E96-6371-4EF6-AD48-B7338854DA8E}"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 name="PlaceHolder 1"/>
          <p:cNvSpPr>
            <a:spLocks noGrp="1"/>
          </p:cNvSpPr>
          <p:nvPr>
            <p:ph type="sldImg"/>
          </p:nvPr>
        </p:nvSpPr>
        <p:spPr>
          <a:xfrm>
            <a:off x="381240" y="685800"/>
            <a:ext cx="6095520" cy="3428640"/>
          </a:xfrm>
          <a:prstGeom prst="rect">
            <a:avLst/>
          </a:prstGeom>
          <a:ln w="0">
            <a:noFill/>
          </a:ln>
        </p:spPr>
      </p:sp>
      <p:sp>
        <p:nvSpPr>
          <p:cNvPr id="109" name="PlaceHolder 2"/>
          <p:cNvSpPr>
            <a:spLocks noGrp="1"/>
          </p:cNvSpPr>
          <p:nvPr>
            <p:ph type="body"/>
          </p:nvPr>
        </p:nvSpPr>
        <p:spPr>
          <a:xfrm>
            <a:off x="685800" y="4343400"/>
            <a:ext cx="5486040" cy="4114440"/>
          </a:xfrm>
          <a:prstGeom prst="rect">
            <a:avLst/>
          </a:prstGeom>
          <a:noFill/>
          <a:ln w="0">
            <a:noFill/>
          </a:ln>
        </p:spPr>
        <p:txBody>
          <a:bodyPr lIns="91440" rIns="91440" tIns="91440" bIns="91440" anchor="t">
            <a:noAutofit/>
          </a:bodyPr>
          <a:p>
            <a:pPr indent="0">
              <a:lnSpc>
                <a:spcPct val="100000"/>
              </a:lnSpc>
              <a:buNone/>
              <a:tabLst>
                <a:tab algn="l" pos="0"/>
              </a:tabLst>
            </a:pPr>
            <a:r>
              <a:rPr b="0" lang="en" sz="1100" spc="-1" strike="noStrike">
                <a:solidFill>
                  <a:srgbClr val="000000"/>
                </a:solidFill>
                <a:latin typeface="Arial"/>
              </a:rPr>
              <a:t>Hello! </a:t>
            </a:r>
            <a:endParaRPr b="0" lang="en-US" sz="1100" spc="-1" strike="noStrike">
              <a:solidFill>
                <a:srgbClr val="000000"/>
              </a:solidFill>
              <a:latin typeface="Arial"/>
            </a:endParaRPr>
          </a:p>
          <a:p>
            <a:pPr indent="0">
              <a:lnSpc>
                <a:spcPct val="100000"/>
              </a:lnSpc>
              <a:buNone/>
              <a:tabLst>
                <a:tab algn="l" pos="0"/>
              </a:tabLst>
            </a:pPr>
            <a:r>
              <a:rPr b="0" lang="en" sz="1100" spc="-1" strike="noStrike">
                <a:solidFill>
                  <a:srgbClr val="000000"/>
                </a:solidFill>
                <a:latin typeface="Arial"/>
              </a:rPr>
              <a:t>I want to tell you about VonSim, an educational simulator for Assembly. </a:t>
            </a:r>
            <a:endParaRPr b="0" lang="en-US" sz="1100" spc="-1" strike="noStrike">
              <a:solidFill>
                <a:srgbClr val="000000"/>
              </a:solidFill>
              <a:latin typeface="Arial"/>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 name="PlaceHolder 1"/>
          <p:cNvSpPr>
            <a:spLocks noGrp="1"/>
          </p:cNvSpPr>
          <p:nvPr>
            <p:ph type="sldImg"/>
          </p:nvPr>
        </p:nvSpPr>
        <p:spPr>
          <a:xfrm>
            <a:off x="381240" y="685800"/>
            <a:ext cx="6095520" cy="3428640"/>
          </a:xfrm>
          <a:prstGeom prst="rect">
            <a:avLst/>
          </a:prstGeom>
          <a:ln w="0">
            <a:noFill/>
          </a:ln>
        </p:spPr>
      </p:sp>
      <p:sp>
        <p:nvSpPr>
          <p:cNvPr id="111" name="PlaceHolder 2"/>
          <p:cNvSpPr>
            <a:spLocks noGrp="1"/>
          </p:cNvSpPr>
          <p:nvPr>
            <p:ph type="body"/>
          </p:nvPr>
        </p:nvSpPr>
        <p:spPr>
          <a:xfrm>
            <a:off x="685800" y="4343400"/>
            <a:ext cx="5486040" cy="4114440"/>
          </a:xfrm>
          <a:prstGeom prst="rect">
            <a:avLst/>
          </a:prstGeom>
          <a:noFill/>
          <a:ln w="0">
            <a:noFill/>
          </a:ln>
        </p:spPr>
        <p:txBody>
          <a:bodyPr lIns="91440" rIns="91440" tIns="91440" bIns="91440" anchor="t">
            <a:noAutofit/>
          </a:bodyPr>
          <a:p>
            <a:pPr indent="0">
              <a:lnSpc>
                <a:spcPct val="100000"/>
              </a:lnSpc>
              <a:buNone/>
              <a:tabLst>
                <a:tab algn="l" pos="0"/>
              </a:tabLst>
            </a:pPr>
            <a:r>
              <a:rPr b="0" lang="en" sz="1100" spc="-1" strike="noStrike">
                <a:solidFill>
                  <a:srgbClr val="000000"/>
                </a:solidFill>
                <a:latin typeface="Arial"/>
              </a:rPr>
              <a:t>We created VonSim to teach Assembly at the Universidad Nacional de La Plata,  where we have more than a thousand students per year. </a:t>
            </a:r>
            <a:endParaRPr b="0" lang="en-US" sz="1100" spc="-1" strike="noStrike">
              <a:solidFill>
                <a:srgbClr val="000000"/>
              </a:solidFill>
              <a:latin typeface="Arial"/>
            </a:endParaRPr>
          </a:p>
          <a:p>
            <a:pPr indent="0">
              <a:lnSpc>
                <a:spcPct val="100000"/>
              </a:lnSpc>
              <a:buNone/>
              <a:tabLst>
                <a:tab algn="l" pos="0"/>
              </a:tabLst>
            </a:pPr>
            <a:r>
              <a:rPr b="0" lang="en" sz="1100" spc="-1" strike="noStrike">
                <a:solidFill>
                  <a:srgbClr val="000000"/>
                </a:solidFill>
                <a:latin typeface="Arial"/>
              </a:rPr>
              <a:t>Previously, we used a very old simulator called MSX88.</a:t>
            </a:r>
            <a:endParaRPr b="0" lang="en-US" sz="1100" spc="-1" strike="noStrike">
              <a:solidFill>
                <a:srgbClr val="000000"/>
              </a:solidFill>
              <a:latin typeface="Arial"/>
            </a:endParaRPr>
          </a:p>
          <a:p>
            <a:pPr indent="0">
              <a:lnSpc>
                <a:spcPct val="100000"/>
              </a:lnSpc>
              <a:buNone/>
              <a:tabLst>
                <a:tab algn="l" pos="0"/>
              </a:tabLst>
            </a:pPr>
            <a:r>
              <a:rPr b="0" lang="en" sz="1100" spc="-1" strike="noStrike">
                <a:solidFill>
                  <a:srgbClr val="000000"/>
                </a:solidFill>
                <a:latin typeface="Arial"/>
              </a:rPr>
              <a:t>VonSim was born as a web application that provided a backwards compatible version of the instruction set. </a:t>
            </a:r>
            <a:endParaRPr b="0" lang="en-US" sz="1100" spc="-1" strike="noStrike">
              <a:solidFill>
                <a:srgbClr val="000000"/>
              </a:solidFill>
              <a:latin typeface="Arial"/>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 name="PlaceHolder 1"/>
          <p:cNvSpPr>
            <a:spLocks noGrp="1"/>
          </p:cNvSpPr>
          <p:nvPr>
            <p:ph type="sldImg"/>
          </p:nvPr>
        </p:nvSpPr>
        <p:spPr>
          <a:xfrm>
            <a:off x="381240" y="685800"/>
            <a:ext cx="6095520" cy="3428640"/>
          </a:xfrm>
          <a:prstGeom prst="rect">
            <a:avLst/>
          </a:prstGeom>
          <a:ln w="0">
            <a:noFill/>
          </a:ln>
        </p:spPr>
      </p:sp>
      <p:sp>
        <p:nvSpPr>
          <p:cNvPr id="113" name="PlaceHolder 2"/>
          <p:cNvSpPr>
            <a:spLocks noGrp="1"/>
          </p:cNvSpPr>
          <p:nvPr>
            <p:ph type="body"/>
          </p:nvPr>
        </p:nvSpPr>
        <p:spPr>
          <a:xfrm>
            <a:off x="685800" y="4343400"/>
            <a:ext cx="5486040" cy="4114440"/>
          </a:xfrm>
          <a:prstGeom prst="rect">
            <a:avLst/>
          </a:prstGeom>
          <a:noFill/>
          <a:ln w="0">
            <a:noFill/>
          </a:ln>
        </p:spPr>
        <p:txBody>
          <a:bodyPr lIns="91440" rIns="91440" tIns="91440" bIns="91440" anchor="t">
            <a:noAutofit/>
          </a:bodyPr>
          <a:p>
            <a:pPr indent="0">
              <a:lnSpc>
                <a:spcPct val="100000"/>
              </a:lnSpc>
              <a:buNone/>
              <a:tabLst>
                <a:tab algn="l" pos="0"/>
              </a:tabLst>
            </a:pPr>
            <a:r>
              <a:rPr b="0" lang="en" sz="1100" spc="-1" strike="noStrike">
                <a:solidFill>
                  <a:srgbClr val="000000"/>
                </a:solidFill>
                <a:latin typeface="Arial"/>
              </a:rPr>
              <a:t>VonSim is a web application that features an integrated editor and simulator for a simplified x86 architecture.</a:t>
            </a:r>
            <a:endParaRPr b="0" lang="en-US" sz="1100" spc="-1" strike="noStrike">
              <a:solidFill>
                <a:srgbClr val="000000"/>
              </a:solidFill>
              <a:latin typeface="Arial"/>
            </a:endParaRPr>
          </a:p>
          <a:p>
            <a:pPr indent="0">
              <a:lnSpc>
                <a:spcPct val="100000"/>
              </a:lnSpc>
              <a:buNone/>
              <a:tabLst>
                <a:tab algn="l" pos="0"/>
              </a:tabLst>
            </a:pPr>
            <a:endParaRPr b="0" lang="en-US" sz="1100" spc="-1" strike="noStrike">
              <a:solidFill>
                <a:srgbClr val="000000"/>
              </a:solidFill>
              <a:latin typeface="Arial"/>
            </a:endParaRPr>
          </a:p>
          <a:p>
            <a:pPr indent="0">
              <a:lnSpc>
                <a:spcPct val="100000"/>
              </a:lnSpc>
              <a:buNone/>
              <a:tabLst>
                <a:tab algn="l" pos="0"/>
              </a:tabLst>
            </a:pPr>
            <a:r>
              <a:rPr b="0" lang="en" sz="1100" spc="-1" strike="noStrike">
                <a:solidFill>
                  <a:srgbClr val="000000"/>
                </a:solidFill>
                <a:latin typeface="Arial"/>
              </a:rPr>
              <a:t>Students can both write and run programs, visualizing the CPU, Buses, Memory and I/O devices as instructions are executed.</a:t>
            </a:r>
            <a:endParaRPr b="0" lang="en-US" sz="1100" spc="-1" strike="noStrike">
              <a:solidFill>
                <a:srgbClr val="000000"/>
              </a:solidFill>
              <a:latin typeface="Arial"/>
            </a:endParaRPr>
          </a:p>
          <a:p>
            <a:pPr indent="0">
              <a:lnSpc>
                <a:spcPct val="100000"/>
              </a:lnSpc>
              <a:buNone/>
              <a:tabLst>
                <a:tab algn="l" pos="0"/>
              </a:tabLst>
            </a:pPr>
            <a:endParaRPr b="0" lang="en-US" sz="1100" spc="-1" strike="noStrike">
              <a:solidFill>
                <a:srgbClr val="000000"/>
              </a:solidFill>
              <a:latin typeface="Arial"/>
            </a:endParaRPr>
          </a:p>
          <a:p>
            <a:pPr indent="0">
              <a:lnSpc>
                <a:spcPct val="100000"/>
              </a:lnSpc>
              <a:buNone/>
              <a:tabLst>
                <a:tab algn="l" pos="0"/>
              </a:tabLst>
            </a:pPr>
            <a:r>
              <a:rPr b="0" lang="en" sz="1100" spc="-1" strike="noStrike">
                <a:solidFill>
                  <a:srgbClr val="000000"/>
                </a:solidFill>
                <a:latin typeface="Arial"/>
              </a:rPr>
              <a:t>It also has other cool features, such as an integrated example gallery, mobile layout, and easy sharing of programs with a QR code.  </a:t>
            </a:r>
            <a:endParaRPr b="0" lang="en-US" sz="1100" spc="-1" strike="noStrike">
              <a:solidFill>
                <a:srgbClr val="000000"/>
              </a:solidFill>
              <a:latin typeface="Arial"/>
            </a:endParaRPr>
          </a:p>
          <a:p>
            <a:pPr indent="0">
              <a:lnSpc>
                <a:spcPct val="100000"/>
              </a:lnSpc>
              <a:buNone/>
              <a:tabLst>
                <a:tab algn="l" pos="0"/>
              </a:tabLst>
            </a:pPr>
            <a:endParaRPr b="0" lang="en-US" sz="1100" spc="-1" strike="noStrike">
              <a:solidFill>
                <a:srgbClr val="000000"/>
              </a:solidFill>
              <a:latin typeface="Arial"/>
            </a:endParaRPr>
          </a:p>
          <a:p>
            <a:pPr indent="0">
              <a:lnSpc>
                <a:spcPct val="100000"/>
              </a:lnSpc>
              <a:buNone/>
              <a:tabLst>
                <a:tab algn="l" pos="0"/>
              </a:tabLst>
            </a:pPr>
            <a:endParaRPr b="0" lang="en-US" sz="1100" spc="-1" strike="noStrike">
              <a:solidFill>
                <a:srgbClr val="000000"/>
              </a:solidFill>
              <a:latin typeface="Arial"/>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 name="PlaceHolder 1"/>
          <p:cNvSpPr>
            <a:spLocks noGrp="1"/>
          </p:cNvSpPr>
          <p:nvPr>
            <p:ph type="sldImg"/>
          </p:nvPr>
        </p:nvSpPr>
        <p:spPr>
          <a:xfrm>
            <a:off x="381240" y="685800"/>
            <a:ext cx="6095520" cy="3428640"/>
          </a:xfrm>
          <a:prstGeom prst="rect">
            <a:avLst/>
          </a:prstGeom>
          <a:ln w="0">
            <a:noFill/>
          </a:ln>
        </p:spPr>
      </p:sp>
      <p:sp>
        <p:nvSpPr>
          <p:cNvPr id="115" name="PlaceHolder 2"/>
          <p:cNvSpPr>
            <a:spLocks noGrp="1"/>
          </p:cNvSpPr>
          <p:nvPr>
            <p:ph type="body"/>
          </p:nvPr>
        </p:nvSpPr>
        <p:spPr>
          <a:xfrm>
            <a:off x="685800" y="4343400"/>
            <a:ext cx="5486040" cy="4114440"/>
          </a:xfrm>
          <a:prstGeom prst="rect">
            <a:avLst/>
          </a:prstGeom>
          <a:noFill/>
          <a:ln w="0">
            <a:noFill/>
          </a:ln>
        </p:spPr>
        <p:txBody>
          <a:bodyPr lIns="91440" rIns="91440" tIns="91440" bIns="91440" anchor="t">
            <a:noAutofit/>
          </a:bodyPr>
          <a:p>
            <a:pPr indent="0">
              <a:lnSpc>
                <a:spcPct val="100000"/>
              </a:lnSpc>
              <a:buNone/>
              <a:tabLst>
                <a:tab algn="l" pos="0"/>
              </a:tabLst>
            </a:pPr>
            <a:r>
              <a:rPr b="0" lang="en" sz="1100" spc="-1" strike="noStrike">
                <a:solidFill>
                  <a:srgbClr val="000000"/>
                </a:solidFill>
                <a:latin typeface="Arial"/>
              </a:rPr>
              <a:t>The IDE features continuous compilation and detailed error messages that allow </a:t>
            </a:r>
            <a:r>
              <a:rPr b="0" lang="en" sz="1100" spc="-1" strike="noStrike">
                <a:solidFill>
                  <a:schemeClr val="dk1"/>
                </a:solidFill>
                <a:latin typeface="Arial"/>
              </a:rPr>
              <a:t>quick feedback cycles and </a:t>
            </a:r>
            <a:r>
              <a:rPr b="0" lang="en" sz="1100" spc="-1" strike="noStrike">
                <a:solidFill>
                  <a:srgbClr val="000000"/>
                </a:solidFill>
                <a:latin typeface="Arial"/>
              </a:rPr>
              <a:t>promote student independence.</a:t>
            </a:r>
            <a:endParaRPr b="0" lang="en-US" sz="1100" spc="-1" strike="noStrike">
              <a:solidFill>
                <a:srgbClr val="000000"/>
              </a:solidFill>
              <a:latin typeface="Arial"/>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6" name="PlaceHolder 1"/>
          <p:cNvSpPr>
            <a:spLocks noGrp="1"/>
          </p:cNvSpPr>
          <p:nvPr>
            <p:ph type="sldImg"/>
          </p:nvPr>
        </p:nvSpPr>
        <p:spPr>
          <a:xfrm>
            <a:off x="381240" y="685800"/>
            <a:ext cx="6095520" cy="3428640"/>
          </a:xfrm>
          <a:prstGeom prst="rect">
            <a:avLst/>
          </a:prstGeom>
          <a:ln w="0">
            <a:noFill/>
          </a:ln>
        </p:spPr>
      </p:sp>
      <p:sp>
        <p:nvSpPr>
          <p:cNvPr id="117" name="PlaceHolder 2"/>
          <p:cNvSpPr>
            <a:spLocks noGrp="1"/>
          </p:cNvSpPr>
          <p:nvPr>
            <p:ph type="body"/>
          </p:nvPr>
        </p:nvSpPr>
        <p:spPr>
          <a:xfrm>
            <a:off x="685800" y="4343400"/>
            <a:ext cx="5486040" cy="4114440"/>
          </a:xfrm>
          <a:prstGeom prst="rect">
            <a:avLst/>
          </a:prstGeom>
          <a:noFill/>
          <a:ln w="0">
            <a:noFill/>
          </a:ln>
        </p:spPr>
        <p:txBody>
          <a:bodyPr lIns="91440" rIns="91440" tIns="91440" bIns="91440" anchor="t">
            <a:noAutofit/>
          </a:bodyPr>
          <a:p>
            <a:pPr indent="0">
              <a:lnSpc>
                <a:spcPct val="100000"/>
              </a:lnSpc>
              <a:buNone/>
              <a:tabLst>
                <a:tab algn="l" pos="0"/>
              </a:tabLst>
            </a:pPr>
            <a:r>
              <a:rPr b="0" lang="en" sz="1100" spc="-1" strike="noStrike">
                <a:solidFill>
                  <a:srgbClr val="000000"/>
                </a:solidFill>
                <a:latin typeface="Arial"/>
              </a:rPr>
              <a:t>The 16-bit architecture features only 4 registers: AX, BX, CX and DX.</a:t>
            </a:r>
            <a:endParaRPr b="0" lang="en-US" sz="1100" spc="-1" strike="noStrike">
              <a:solidFill>
                <a:srgbClr val="000000"/>
              </a:solidFill>
              <a:latin typeface="Arial"/>
            </a:endParaRPr>
          </a:p>
          <a:p>
            <a:pPr indent="0">
              <a:lnSpc>
                <a:spcPct val="100000"/>
              </a:lnSpc>
              <a:buNone/>
              <a:tabLst>
                <a:tab algn="l" pos="0"/>
              </a:tabLst>
            </a:pPr>
            <a:endParaRPr b="0" lang="en-US" sz="1100" spc="-1" strike="noStrike">
              <a:solidFill>
                <a:srgbClr val="000000"/>
              </a:solidFill>
              <a:latin typeface="Arial"/>
            </a:endParaRPr>
          </a:p>
          <a:p>
            <a:pPr indent="0">
              <a:lnSpc>
                <a:spcPct val="100000"/>
              </a:lnSpc>
              <a:buNone/>
              <a:tabLst>
                <a:tab algn="l" pos="0"/>
              </a:tabLst>
            </a:pPr>
            <a:r>
              <a:rPr b="0" lang="en" sz="1100" spc="-1" strike="noStrike">
                <a:solidFill>
                  <a:srgbClr val="000000"/>
                </a:solidFill>
                <a:latin typeface="Arial"/>
              </a:rPr>
              <a:t>These can be addressed as half-registers with alternative names: AH, AL, and so own, where H stands for High and L for Low.</a:t>
            </a:r>
            <a:endParaRPr b="0" lang="en-US" sz="1100" spc="-1" strike="noStrike">
              <a:solidFill>
                <a:srgbClr val="000000"/>
              </a:solidFill>
              <a:latin typeface="Arial"/>
            </a:endParaRPr>
          </a:p>
          <a:p>
            <a:pPr indent="0">
              <a:lnSpc>
                <a:spcPct val="100000"/>
              </a:lnSpc>
              <a:buNone/>
              <a:tabLst>
                <a:tab algn="l" pos="0"/>
              </a:tabLst>
            </a:pPr>
            <a:endParaRPr b="0" lang="en-US" sz="1100" spc="-1" strike="noStrike">
              <a:solidFill>
                <a:srgbClr val="000000"/>
              </a:solidFill>
              <a:latin typeface="Arial"/>
            </a:endParaRPr>
          </a:p>
          <a:p>
            <a:pPr indent="0">
              <a:lnSpc>
                <a:spcPct val="100000"/>
              </a:lnSpc>
              <a:buNone/>
              <a:tabLst>
                <a:tab algn="l" pos="0"/>
              </a:tabLst>
            </a:pPr>
            <a:r>
              <a:rPr b="0" lang="en" sz="1100" spc="-1" strike="noStrike">
                <a:solidFill>
                  <a:srgbClr val="000000"/>
                </a:solidFill>
                <a:latin typeface="Arial"/>
              </a:rPr>
              <a:t>VonSim also includes typical state registers such as the Instruction and Stack Pointers, and a fixed-point Arithmetic Logic Unit </a:t>
            </a:r>
            <a:endParaRPr b="0" lang="en-US" sz="1100" spc="-1" strike="noStrike">
              <a:solidFill>
                <a:srgbClr val="000000"/>
              </a:solidFill>
              <a:latin typeface="Arial"/>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 name="PlaceHolder 1"/>
          <p:cNvSpPr>
            <a:spLocks noGrp="1"/>
          </p:cNvSpPr>
          <p:nvPr>
            <p:ph type="sldImg"/>
          </p:nvPr>
        </p:nvSpPr>
        <p:spPr>
          <a:xfrm>
            <a:off x="381240" y="685800"/>
            <a:ext cx="6095520" cy="3428640"/>
          </a:xfrm>
          <a:prstGeom prst="rect">
            <a:avLst/>
          </a:prstGeom>
          <a:ln w="0">
            <a:noFill/>
          </a:ln>
        </p:spPr>
      </p:sp>
      <p:sp>
        <p:nvSpPr>
          <p:cNvPr id="119" name="PlaceHolder 2"/>
          <p:cNvSpPr>
            <a:spLocks noGrp="1"/>
          </p:cNvSpPr>
          <p:nvPr>
            <p:ph type="body"/>
          </p:nvPr>
        </p:nvSpPr>
        <p:spPr>
          <a:xfrm>
            <a:off x="685800" y="4343400"/>
            <a:ext cx="5486040" cy="4114440"/>
          </a:xfrm>
          <a:prstGeom prst="rect">
            <a:avLst/>
          </a:prstGeom>
          <a:noFill/>
          <a:ln w="0">
            <a:noFill/>
          </a:ln>
        </p:spPr>
        <p:txBody>
          <a:bodyPr lIns="91440" rIns="91440" tIns="91440" bIns="91440" anchor="t">
            <a:noAutofit/>
          </a:bodyPr>
          <a:p>
            <a:pPr indent="0">
              <a:lnSpc>
                <a:spcPct val="100000"/>
              </a:lnSpc>
              <a:buNone/>
              <a:tabLst>
                <a:tab algn="l" pos="0"/>
              </a:tabLst>
            </a:pPr>
            <a:r>
              <a:rPr b="0" lang="en" sz="1100" spc="-1" strike="noStrike">
                <a:solidFill>
                  <a:srgbClr val="000000"/>
                </a:solidFill>
                <a:latin typeface="Arial"/>
              </a:rPr>
              <a:t>The simplified assembly instruction set is minimalistic and yet it represents key aspects of the x86 architecture.</a:t>
            </a:r>
            <a:endParaRPr b="0" lang="en-US" sz="1100" spc="-1" strike="noStrike">
              <a:solidFill>
                <a:srgbClr val="000000"/>
              </a:solidFill>
              <a:latin typeface="Arial"/>
            </a:endParaRPr>
          </a:p>
          <a:p>
            <a:pPr indent="0">
              <a:lnSpc>
                <a:spcPct val="100000"/>
              </a:lnSpc>
              <a:buNone/>
              <a:tabLst>
                <a:tab algn="l" pos="0"/>
              </a:tabLst>
            </a:pPr>
            <a:endParaRPr b="0" lang="en-US" sz="1100" spc="-1" strike="noStrike">
              <a:solidFill>
                <a:srgbClr val="000000"/>
              </a:solidFill>
              <a:latin typeface="Arial"/>
            </a:endParaRPr>
          </a:p>
          <a:p>
            <a:pPr indent="0">
              <a:lnSpc>
                <a:spcPct val="100000"/>
              </a:lnSpc>
              <a:buNone/>
              <a:tabLst>
                <a:tab algn="l" pos="0"/>
              </a:tabLst>
            </a:pPr>
            <a:r>
              <a:rPr b="0" lang="en" sz="1100" spc="-1" strike="noStrike">
                <a:solidFill>
                  <a:srgbClr val="000000"/>
                </a:solidFill>
                <a:latin typeface="Arial"/>
              </a:rPr>
              <a:t>For example, VonSim requires specifying the memory layout manually with the ORG instruction. </a:t>
            </a:r>
            <a:endParaRPr b="0" lang="en-US" sz="1100" spc="-1" strike="noStrike">
              <a:solidFill>
                <a:srgbClr val="000000"/>
              </a:solidFill>
              <a:latin typeface="Arial"/>
            </a:endParaRPr>
          </a:p>
          <a:p>
            <a:pPr indent="0">
              <a:lnSpc>
                <a:spcPct val="100000"/>
              </a:lnSpc>
              <a:buNone/>
              <a:tabLst>
                <a:tab algn="l" pos="0"/>
              </a:tabLst>
            </a:pPr>
            <a:endParaRPr b="0" lang="en-US" sz="1100" spc="-1" strike="noStrike">
              <a:solidFill>
                <a:srgbClr val="000000"/>
              </a:solidFill>
              <a:latin typeface="Arial"/>
            </a:endParaRPr>
          </a:p>
          <a:p>
            <a:pPr indent="0">
              <a:lnSpc>
                <a:spcPct val="100000"/>
              </a:lnSpc>
              <a:buNone/>
              <a:tabLst>
                <a:tab algn="l" pos="0"/>
              </a:tabLst>
            </a:pPr>
            <a:r>
              <a:rPr b="0" lang="en" sz="1100" spc="-1" strike="noStrike">
                <a:solidFill>
                  <a:srgbClr val="000000"/>
                </a:solidFill>
                <a:latin typeface="Arial"/>
              </a:rPr>
              <a:t>The MOV instruction allows moving data between registers, or registers and memory, but indirect addressing can only be performed using the BX register. </a:t>
            </a:r>
            <a:endParaRPr b="0" lang="en-US" sz="1100" spc="-1" strike="noStrike">
              <a:solidFill>
                <a:srgbClr val="000000"/>
              </a:solidFill>
              <a:latin typeface="Arial"/>
            </a:endParaRPr>
          </a:p>
          <a:p>
            <a:pPr indent="0">
              <a:lnSpc>
                <a:spcPct val="100000"/>
              </a:lnSpc>
              <a:buNone/>
              <a:tabLst>
                <a:tab algn="l" pos="0"/>
              </a:tabLst>
            </a:pPr>
            <a:endParaRPr b="0" lang="en-US" sz="1100" spc="-1" strike="noStrike">
              <a:solidFill>
                <a:srgbClr val="000000"/>
              </a:solidFill>
              <a:latin typeface="Arial"/>
            </a:endParaRPr>
          </a:p>
          <a:p>
            <a:pPr indent="0">
              <a:lnSpc>
                <a:spcPct val="100000"/>
              </a:lnSpc>
              <a:buNone/>
              <a:tabLst>
                <a:tab algn="l" pos="0"/>
              </a:tabLst>
            </a:pPr>
            <a:r>
              <a:rPr b="0" lang="en" sz="1100" spc="-1" strike="noStrike">
                <a:solidFill>
                  <a:srgbClr val="000000"/>
                </a:solidFill>
                <a:latin typeface="Arial"/>
                <a:ea typeface="Noto Sans CJK SC"/>
              </a:rPr>
              <a:t>The </a:t>
            </a:r>
            <a:r>
              <a:rPr b="0" lang="en" sz="1100" spc="-1" strike="noStrike">
                <a:solidFill>
                  <a:schemeClr val="dk1"/>
                </a:solidFill>
                <a:latin typeface="Arial"/>
                <a:ea typeface="Noto Sans CJK SC"/>
              </a:rPr>
              <a:t>Arithmetic Logic Unit can only perform only basic </a:t>
            </a:r>
            <a:r>
              <a:rPr b="0" lang="en" sz="1100" spc="-1" strike="noStrike">
                <a:solidFill>
                  <a:schemeClr val="dk1"/>
                </a:solidFill>
                <a:latin typeface="Arial"/>
              </a:rPr>
              <a:t>operations. Students must therefore implement their own advanced operations such as multiplication.</a:t>
            </a:r>
            <a:endParaRPr b="0" lang="en-US" sz="1100" spc="-1" strike="noStrike">
              <a:solidFill>
                <a:srgbClr val="000000"/>
              </a:solidFill>
              <a:latin typeface="Arial"/>
            </a:endParaRPr>
          </a:p>
          <a:p>
            <a:pPr indent="0">
              <a:lnSpc>
                <a:spcPct val="100000"/>
              </a:lnSpc>
              <a:buNone/>
              <a:tabLst>
                <a:tab algn="l" pos="0"/>
              </a:tabLst>
            </a:pPr>
            <a:endParaRPr b="0" lang="en-US" sz="1100" spc="-1" strike="noStrike">
              <a:solidFill>
                <a:srgbClr val="000000"/>
              </a:solidFill>
              <a:latin typeface="Arial"/>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0" name="PlaceHolder 1"/>
          <p:cNvSpPr>
            <a:spLocks noGrp="1"/>
          </p:cNvSpPr>
          <p:nvPr>
            <p:ph type="sldImg"/>
          </p:nvPr>
        </p:nvSpPr>
        <p:spPr>
          <a:xfrm>
            <a:off x="381240" y="685800"/>
            <a:ext cx="6095520" cy="3428640"/>
          </a:xfrm>
          <a:prstGeom prst="rect">
            <a:avLst/>
          </a:prstGeom>
          <a:ln w="0">
            <a:noFill/>
          </a:ln>
        </p:spPr>
      </p:sp>
      <p:sp>
        <p:nvSpPr>
          <p:cNvPr id="121" name="PlaceHolder 2"/>
          <p:cNvSpPr>
            <a:spLocks noGrp="1"/>
          </p:cNvSpPr>
          <p:nvPr>
            <p:ph type="body"/>
          </p:nvPr>
        </p:nvSpPr>
        <p:spPr>
          <a:xfrm>
            <a:off x="685800" y="4343400"/>
            <a:ext cx="5486040" cy="4114440"/>
          </a:xfrm>
          <a:prstGeom prst="rect">
            <a:avLst/>
          </a:prstGeom>
          <a:noFill/>
          <a:ln w="0">
            <a:noFill/>
          </a:ln>
        </p:spPr>
        <p:txBody>
          <a:bodyPr lIns="91440" rIns="91440" tIns="91440" bIns="91440" anchor="t">
            <a:noAutofit/>
          </a:bodyPr>
          <a:p>
            <a:pPr indent="0">
              <a:lnSpc>
                <a:spcPct val="100000"/>
              </a:lnSpc>
              <a:buNone/>
              <a:tabLst>
                <a:tab algn="l" pos="0"/>
              </a:tabLst>
            </a:pPr>
            <a:r>
              <a:rPr b="0" lang="en" sz="1100" spc="-1" strike="noStrike">
                <a:solidFill>
                  <a:srgbClr val="000000"/>
                </a:solidFill>
                <a:latin typeface="Arial"/>
              </a:rPr>
              <a:t>The simulator features a rich set of Input/Output Devices such as a keyboard, screen, switches, leds and a printer, with different connection configurations.</a:t>
            </a:r>
            <a:endParaRPr b="0" lang="en-US" sz="1100" spc="-1" strike="noStrike">
              <a:solidFill>
                <a:srgbClr val="000000"/>
              </a:solidFill>
              <a:latin typeface="Arial"/>
            </a:endParaRPr>
          </a:p>
          <a:p>
            <a:pPr indent="0">
              <a:lnSpc>
                <a:spcPct val="100000"/>
              </a:lnSpc>
              <a:buNone/>
              <a:tabLst>
                <a:tab algn="l" pos="0"/>
              </a:tabLst>
            </a:pPr>
            <a:endParaRPr b="0" lang="en-US" sz="1100" spc="-1" strike="noStrike">
              <a:solidFill>
                <a:srgbClr val="000000"/>
              </a:solidFill>
              <a:latin typeface="Arial"/>
            </a:endParaRPr>
          </a:p>
          <a:p>
            <a:pPr indent="0">
              <a:lnSpc>
                <a:spcPct val="100000"/>
              </a:lnSpc>
              <a:buNone/>
              <a:tabLst>
                <a:tab algn="l" pos="0"/>
              </a:tabLst>
            </a:pPr>
            <a:r>
              <a:rPr b="0" lang="en" sz="1100" spc="-1" strike="noStrike">
                <a:solidFill>
                  <a:srgbClr val="000000"/>
                </a:solidFill>
                <a:latin typeface="Arial"/>
              </a:rPr>
              <a:t>These can be accessed via different internal devices, using either hardware interrupts or polling. </a:t>
            </a:r>
            <a:endParaRPr b="0" lang="en-US" sz="1100" spc="-1" strike="noStrike">
              <a:solidFill>
                <a:srgbClr val="000000"/>
              </a:solidFill>
              <a:latin typeface="Arial"/>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2" name="PlaceHolder 1"/>
          <p:cNvSpPr>
            <a:spLocks noGrp="1"/>
          </p:cNvSpPr>
          <p:nvPr>
            <p:ph type="sldImg"/>
          </p:nvPr>
        </p:nvSpPr>
        <p:spPr>
          <a:xfrm>
            <a:off x="381240" y="685800"/>
            <a:ext cx="6095520" cy="3428640"/>
          </a:xfrm>
          <a:prstGeom prst="rect">
            <a:avLst/>
          </a:prstGeom>
          <a:ln w="0">
            <a:noFill/>
          </a:ln>
        </p:spPr>
      </p:sp>
      <p:sp>
        <p:nvSpPr>
          <p:cNvPr id="123" name="PlaceHolder 2"/>
          <p:cNvSpPr>
            <a:spLocks noGrp="1"/>
          </p:cNvSpPr>
          <p:nvPr>
            <p:ph type="body"/>
          </p:nvPr>
        </p:nvSpPr>
        <p:spPr>
          <a:xfrm>
            <a:off x="685800" y="4343400"/>
            <a:ext cx="5486040" cy="4114440"/>
          </a:xfrm>
          <a:prstGeom prst="rect">
            <a:avLst/>
          </a:prstGeom>
          <a:noFill/>
          <a:ln w="0">
            <a:noFill/>
          </a:ln>
        </p:spPr>
        <p:txBody>
          <a:bodyPr lIns="91440" rIns="91440" tIns="91440" bIns="91440" anchor="t">
            <a:noAutofit/>
          </a:bodyPr>
          <a:p>
            <a:pPr indent="0">
              <a:lnSpc>
                <a:spcPct val="100000"/>
              </a:lnSpc>
              <a:buNone/>
              <a:tabLst>
                <a:tab algn="l" pos="0"/>
              </a:tabLst>
            </a:pPr>
            <a:r>
              <a:rPr b="0" lang="en" sz="1100" spc="-1" strike="noStrike">
                <a:solidFill>
                  <a:srgbClr val="000000"/>
                </a:solidFill>
                <a:latin typeface="Arial"/>
              </a:rPr>
              <a:t>For both teachers and students, VonSim has a thorough and easy to read documentation, in english and spanish.</a:t>
            </a:r>
            <a:endParaRPr b="0" lang="en-US" sz="1100" spc="-1" strike="noStrike">
              <a:solidFill>
                <a:srgbClr val="000000"/>
              </a:solidFill>
              <a:latin typeface="Arial"/>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4" name="PlaceHolder 1"/>
          <p:cNvSpPr>
            <a:spLocks noGrp="1"/>
          </p:cNvSpPr>
          <p:nvPr>
            <p:ph type="sldImg"/>
          </p:nvPr>
        </p:nvSpPr>
        <p:spPr>
          <a:xfrm>
            <a:off x="381240" y="685800"/>
            <a:ext cx="6095520" cy="3428640"/>
          </a:xfrm>
          <a:prstGeom prst="rect">
            <a:avLst/>
          </a:prstGeom>
          <a:ln w="0">
            <a:noFill/>
          </a:ln>
        </p:spPr>
      </p:sp>
      <p:sp>
        <p:nvSpPr>
          <p:cNvPr id="125" name="PlaceHolder 2"/>
          <p:cNvSpPr>
            <a:spLocks noGrp="1"/>
          </p:cNvSpPr>
          <p:nvPr>
            <p:ph type="body"/>
          </p:nvPr>
        </p:nvSpPr>
        <p:spPr>
          <a:xfrm>
            <a:off x="685800" y="4343400"/>
            <a:ext cx="5486040" cy="4114440"/>
          </a:xfrm>
          <a:prstGeom prst="rect">
            <a:avLst/>
          </a:prstGeom>
          <a:noFill/>
          <a:ln w="0">
            <a:noFill/>
          </a:ln>
        </p:spPr>
        <p:txBody>
          <a:bodyPr lIns="91440" rIns="91440" tIns="91440" bIns="91440" anchor="t">
            <a:noAutofit/>
          </a:bodyPr>
          <a:p>
            <a:pPr indent="0">
              <a:lnSpc>
                <a:spcPct val="100000"/>
              </a:lnSpc>
              <a:buNone/>
              <a:tabLst>
                <a:tab algn="l" pos="0"/>
              </a:tabLst>
            </a:pPr>
            <a:r>
              <a:rPr b="0" lang="en" sz="1100" spc="-1" strike="noStrike">
                <a:solidFill>
                  <a:srgbClr val="000000"/>
                </a:solidFill>
                <a:latin typeface="Arial"/>
              </a:rPr>
              <a:t>VonSim is used everyday by hundreds of students!</a:t>
            </a:r>
            <a:endParaRPr b="0" lang="en-US" sz="1100" spc="-1" strike="noStrike">
              <a:solidFill>
                <a:srgbClr val="000000"/>
              </a:solidFill>
              <a:latin typeface="Arial"/>
            </a:endParaRPr>
          </a:p>
          <a:p>
            <a:pPr indent="0">
              <a:lnSpc>
                <a:spcPct val="100000"/>
              </a:lnSpc>
              <a:buNone/>
              <a:tabLst>
                <a:tab algn="l" pos="0"/>
              </a:tabLst>
            </a:pPr>
            <a:r>
              <a:rPr b="0" lang="en" sz="1100" spc="-1" strike="noStrike">
                <a:solidFill>
                  <a:srgbClr val="000000"/>
                </a:solidFill>
                <a:latin typeface="Arial"/>
              </a:rPr>
              <a:t>Almost one-fourth of them use mobile devices.</a:t>
            </a:r>
            <a:endParaRPr b="0" lang="en-US" sz="1100" spc="-1" strike="noStrike">
              <a:solidFill>
                <a:srgbClr val="000000"/>
              </a:solidFill>
              <a:latin typeface="Arial"/>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6" name="PlaceHolder 1"/>
          <p:cNvSpPr>
            <a:spLocks noGrp="1"/>
          </p:cNvSpPr>
          <p:nvPr>
            <p:ph type="sldImg"/>
          </p:nvPr>
        </p:nvSpPr>
        <p:spPr>
          <a:xfrm>
            <a:off x="381240" y="685800"/>
            <a:ext cx="6095520" cy="3428640"/>
          </a:xfrm>
          <a:prstGeom prst="rect">
            <a:avLst/>
          </a:prstGeom>
          <a:ln w="0">
            <a:noFill/>
          </a:ln>
        </p:spPr>
      </p:sp>
      <p:sp>
        <p:nvSpPr>
          <p:cNvPr id="127" name="PlaceHolder 2"/>
          <p:cNvSpPr>
            <a:spLocks noGrp="1"/>
          </p:cNvSpPr>
          <p:nvPr>
            <p:ph type="body"/>
          </p:nvPr>
        </p:nvSpPr>
        <p:spPr>
          <a:xfrm>
            <a:off x="685800" y="4343400"/>
            <a:ext cx="5486040" cy="4114440"/>
          </a:xfrm>
          <a:prstGeom prst="rect">
            <a:avLst/>
          </a:prstGeom>
          <a:noFill/>
          <a:ln w="0">
            <a:noFill/>
          </a:ln>
        </p:spPr>
        <p:txBody>
          <a:bodyPr lIns="91440" rIns="91440" tIns="91440" bIns="91440" anchor="t">
            <a:noAutofit/>
          </a:bodyPr>
          <a:p>
            <a:pPr indent="0">
              <a:lnSpc>
                <a:spcPct val="100000"/>
              </a:lnSpc>
              <a:buNone/>
              <a:tabLst>
                <a:tab algn="l" pos="0"/>
              </a:tabLst>
            </a:pPr>
            <a:r>
              <a:rPr b="0" lang="en" sz="1100" spc="-1" strike="noStrike">
                <a:solidFill>
                  <a:srgbClr val="000000"/>
                </a:solidFill>
                <a:latin typeface="Arial"/>
              </a:rPr>
              <a:t>VonSim was originally developed by Facundo Quiroga in 2017. In 2023, Juan Seery rewrote the entire application in TypeScript using the React framework, introducing many quality of life features such as animations, code export and color themes. </a:t>
            </a:r>
            <a:endParaRPr b="0" lang="en-US" sz="1100" spc="-1" strike="noStrike">
              <a:solidFill>
                <a:srgbClr val="000000"/>
              </a:solidFill>
              <a:latin typeface="Arial"/>
            </a:endParaRPr>
          </a:p>
          <a:p>
            <a:pPr indent="0">
              <a:lnSpc>
                <a:spcPct val="100000"/>
              </a:lnSpc>
              <a:buNone/>
              <a:tabLst>
                <a:tab algn="l" pos="0"/>
              </a:tabLst>
            </a:pPr>
            <a:r>
              <a:rPr b="0" lang="en" sz="1100" spc="-1" strike="noStrike">
                <a:solidFill>
                  <a:srgbClr val="000000"/>
                </a:solidFill>
                <a:latin typeface="Arial"/>
              </a:rPr>
              <a:t>Juan is also the current maintainer. </a:t>
            </a:r>
            <a:endParaRPr b="0" lang="en-US" sz="1100" spc="-1" strike="noStrike">
              <a:solidFill>
                <a:srgbClr val="000000"/>
              </a:solidFill>
              <a:latin typeface="Arial"/>
            </a:endParaRPr>
          </a:p>
          <a:p>
            <a:pPr indent="0">
              <a:lnSpc>
                <a:spcPct val="100000"/>
              </a:lnSpc>
              <a:buNone/>
              <a:tabLst>
                <a:tab algn="l" pos="0"/>
              </a:tabLst>
            </a:pPr>
            <a:r>
              <a:rPr b="0" lang="en" sz="1100" spc="-1" strike="noStrike">
                <a:solidFill>
                  <a:srgbClr val="000000"/>
                </a:solidFill>
                <a:latin typeface="Arial"/>
              </a:rPr>
              <a:t>VonSim is open-source and free to use.  </a:t>
            </a:r>
            <a:r>
              <a:rPr b="0" lang="en" sz="1100" spc="-1" strike="noStrike">
                <a:solidFill>
                  <a:schemeClr val="dk1"/>
                </a:solidFill>
                <a:latin typeface="Arial"/>
              </a:rPr>
              <a:t>Thank you for your interest!</a:t>
            </a:r>
            <a:endParaRPr b="0" lang="en-US" sz="1100" spc="-1" strike="noStrike">
              <a:solidFill>
                <a:srgbClr val="000000"/>
              </a:solidFill>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p:spTree>
      <p:nvGrpSpPr>
        <p:cNvPr id="1" name=""/>
        <p:cNvGrpSpPr/>
        <p:nvPr/>
      </p:nvGrpSpPr>
      <p:grpSpPr>
        <a:xfrm>
          <a:off x="0" y="0"/>
          <a:ext cx="0" cy="0"/>
          <a:chOff x="0" y="0"/>
          <a:chExt cx="0" cy="0"/>
        </a:xfrm>
      </p:grpSpPr>
      <p:sp>
        <p:nvSpPr>
          <p:cNvPr id="3" name="PlaceHolder 1"/>
          <p:cNvSpPr>
            <a:spLocks noGrp="1"/>
          </p:cNvSpPr>
          <p:nvPr>
            <p:ph type="title"/>
          </p:nvPr>
        </p:nvSpPr>
        <p:spPr>
          <a:xfrm>
            <a:off x="159480" y="64080"/>
            <a:ext cx="8520120" cy="57240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4" name="PlaceHolder 2"/>
          <p:cNvSpPr>
            <a:spLocks noGrp="1"/>
          </p:cNvSpPr>
          <p:nvPr>
            <p:ph type="subTitle"/>
          </p:nvPr>
        </p:nvSpPr>
        <p:spPr>
          <a:xfrm>
            <a:off x="457200" y="1203480"/>
            <a:ext cx="8229240" cy="2982960"/>
          </a:xfrm>
          <a:prstGeom prst="rect">
            <a:avLst/>
          </a:prstGeom>
          <a:noFill/>
          <a:ln w="0">
            <a:noFill/>
          </a:ln>
        </p:spPr>
        <p:txBody>
          <a:bodyPr lIns="0" rIns="0" tIns="0" bIns="0" anchor="ctr">
            <a:noAutofit/>
          </a:bodyPr>
          <a:p>
            <a:pPr indent="0" algn="ctr">
              <a:buNone/>
            </a:pPr>
            <a:endParaRPr b="0" lang="en-US" sz="3200" spc="-1" strike="noStrike">
              <a:solidFill>
                <a:srgbClr val="ffffff"/>
              </a:solidFill>
              <a:latin typeface="Arial"/>
            </a:endParaRPr>
          </a:p>
        </p:txBody>
      </p:sp>
      <p:sp>
        <p:nvSpPr>
          <p:cNvPr id="4" name="PlaceHolder 3"/>
          <p:cNvSpPr>
            <a:spLocks noGrp="1"/>
          </p:cNvSpPr>
          <p:nvPr>
            <p:ph type="sldNum" idx="1"/>
          </p:nvPr>
        </p:nvSpPr>
        <p:spPr/>
        <p:txBody>
          <a:bodyPr/>
          <a:p>
            <a:fld id="{59474907-2FAC-40D5-851A-058FFD1999B7}" type="slidenum">
              <a:t>&lt;#&gt;</a:t>
            </a:fld>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HEADER">
    <p:spTree>
      <p:nvGrpSpPr>
        <p:cNvPr id="1" name=""/>
        <p:cNvGrpSpPr/>
        <p:nvPr/>
      </p:nvGrpSpPr>
      <p:grpSpPr>
        <a:xfrm>
          <a:off x="0" y="0"/>
          <a:ext cx="0" cy="0"/>
          <a:chOff x="0" y="0"/>
          <a:chExt cx="0" cy="0"/>
        </a:xfrm>
      </p:grpSpPr>
      <p:sp>
        <p:nvSpPr>
          <p:cNvPr id="2" name="PlaceHolder 1"/>
          <p:cNvSpPr>
            <a:spLocks noGrp="1"/>
          </p:cNvSpPr>
          <p:nvPr>
            <p:ph type="sldNum" idx="2"/>
          </p:nvPr>
        </p:nvSpPr>
        <p:spPr/>
        <p:txBody>
          <a:bodyPr/>
          <a:p>
            <a:fld id="{B40BBD4F-B60A-4E6B-9E25-DA025012C3F5}" type="slidenum">
              <a:t>&lt;#&gt;</a:t>
            </a:fld>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_AND_BODY">
    <p:spTree>
      <p:nvGrpSpPr>
        <p:cNvPr id="1" name=""/>
        <p:cNvGrpSpPr/>
        <p:nvPr/>
      </p:nvGrpSpPr>
      <p:grpSpPr>
        <a:xfrm>
          <a:off x="0" y="0"/>
          <a:ext cx="0" cy="0"/>
          <a:chOff x="0" y="0"/>
          <a:chExt cx="0" cy="0"/>
        </a:xfrm>
      </p:grpSpPr>
      <p:sp>
        <p:nvSpPr>
          <p:cNvPr id="10" name="PlaceHolder 1"/>
          <p:cNvSpPr>
            <a:spLocks noGrp="1"/>
          </p:cNvSpPr>
          <p:nvPr>
            <p:ph type="title"/>
          </p:nvPr>
        </p:nvSpPr>
        <p:spPr>
          <a:xfrm>
            <a:off x="159480" y="64080"/>
            <a:ext cx="8520120" cy="57240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1"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4" name="PlaceHolder 3"/>
          <p:cNvSpPr>
            <a:spLocks noGrp="1"/>
          </p:cNvSpPr>
          <p:nvPr>
            <p:ph type="sldNum" idx="3"/>
          </p:nvPr>
        </p:nvSpPr>
        <p:spPr/>
        <p:txBody>
          <a:bodyPr/>
          <a:p>
            <a:fld id="{FB39D93A-78B9-4793-8E30-AC4C0272E19E}" type="slidenum">
              <a:t>&lt;#&gt;</a:t>
            </a:fld>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_ONLY">
    <p:spTree>
      <p:nvGrpSpPr>
        <p:cNvPr id="1" name=""/>
        <p:cNvGrpSpPr/>
        <p:nvPr/>
      </p:nvGrpSpPr>
      <p:grpSpPr>
        <a:xfrm>
          <a:off x="0" y="0"/>
          <a:ext cx="0" cy="0"/>
          <a:chOff x="0" y="0"/>
          <a:chExt cx="0" cy="0"/>
        </a:xfrm>
      </p:grpSpPr>
      <p:sp>
        <p:nvSpPr>
          <p:cNvPr id="15" name="PlaceHolder 1"/>
          <p:cNvSpPr>
            <a:spLocks noGrp="1"/>
          </p:cNvSpPr>
          <p:nvPr>
            <p:ph type="title"/>
          </p:nvPr>
        </p:nvSpPr>
        <p:spPr>
          <a:xfrm>
            <a:off x="159480" y="64080"/>
            <a:ext cx="8520120" cy="57240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3" name="PlaceHolder 2"/>
          <p:cNvSpPr>
            <a:spLocks noGrp="1"/>
          </p:cNvSpPr>
          <p:nvPr>
            <p:ph type="sldNum" idx="4"/>
          </p:nvPr>
        </p:nvSpPr>
        <p:spPr/>
        <p:txBody>
          <a:bodyPr/>
          <a:p>
            <a:fld id="{BA72F07A-4D41-443D-BBF9-3DB512CF654A}" type="slidenum">
              <a:t>&lt;#&gt;</a:t>
            </a:fld>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IN_POINT">
    <p:spTree>
      <p:nvGrpSpPr>
        <p:cNvPr id="1" name=""/>
        <p:cNvGrpSpPr/>
        <p:nvPr/>
      </p:nvGrpSpPr>
      <p:grpSpPr>
        <a:xfrm>
          <a:off x="0" y="0"/>
          <a:ext cx="0" cy="0"/>
          <a:chOff x="0" y="0"/>
          <a:chExt cx="0" cy="0"/>
        </a:xfrm>
      </p:grpSpPr>
      <p:sp>
        <p:nvSpPr>
          <p:cNvPr id="2" name="PlaceHolder 1"/>
          <p:cNvSpPr>
            <a:spLocks noGrp="1"/>
          </p:cNvSpPr>
          <p:nvPr>
            <p:ph type="sldNum" idx="5"/>
          </p:nvPr>
        </p:nvSpPr>
        <p:spPr/>
        <p:txBody>
          <a:bodyPr/>
          <a:p>
            <a:fld id="{F3757FCA-7CFC-4AC6-B323-EE8FDB2867DC}" type="slidenum">
              <a:t>&lt;#&gt;</a:t>
            </a:fld>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TITLE_AND_DESCRIPTION">
    <p:spTree>
      <p:nvGrpSpPr>
        <p:cNvPr id="1" name=""/>
        <p:cNvGrpSpPr/>
        <p:nvPr/>
      </p:nvGrpSpPr>
      <p:grpSpPr>
        <a:xfrm>
          <a:off x="0" y="0"/>
          <a:ext cx="0" cy="0"/>
          <a:chOff x="0" y="0"/>
          <a:chExt cx="0" cy="0"/>
        </a:xfrm>
      </p:grpSpPr>
      <p:sp>
        <p:nvSpPr>
          <p:cNvPr id="2" name="PlaceHolder 1"/>
          <p:cNvSpPr>
            <a:spLocks noGrp="1"/>
          </p:cNvSpPr>
          <p:nvPr>
            <p:ph type="sldNum" idx="6"/>
          </p:nvPr>
        </p:nvSpPr>
        <p:spPr/>
        <p:txBody>
          <a:bodyPr/>
          <a:p>
            <a:fld id="{43632C97-BE1F-45D5-8561-94029ACBB029}" type="slidenum">
              <a:t>&lt;#&gt;</a:t>
            </a:fld>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71400" y="990720"/>
            <a:ext cx="7801200" cy="1729800"/>
          </a:xfrm>
          <a:prstGeom prst="rect">
            <a:avLst/>
          </a:prstGeom>
          <a:noFill/>
          <a:ln w="0">
            <a:noFill/>
          </a:ln>
        </p:spPr>
        <p:txBody>
          <a:bodyPr lIns="91440" rIns="91440" tIns="91440" bIns="91440" anchor="b">
            <a:normAutofit/>
          </a:bodyPr>
          <a:p>
            <a:pPr indent="0">
              <a:buNone/>
            </a:pPr>
            <a:r>
              <a:rPr b="0" lang="en-US" sz="4800" spc="-1" strike="noStrike">
                <a:solidFill>
                  <a:srgbClr val="000000"/>
                </a:solidFill>
                <a:latin typeface="Arial"/>
              </a:rPr>
              <a:t>Click to edit the title text format</a:t>
            </a:r>
            <a:endParaRPr b="0" lang="en-US" sz="4800" spc="-1" strike="noStrike">
              <a:solidFill>
                <a:srgbClr val="000000"/>
              </a:solidFill>
              <a:latin typeface="Arial"/>
            </a:endParaRPr>
          </a:p>
        </p:txBody>
      </p:sp>
      <p:sp>
        <p:nvSpPr>
          <p:cNvPr id="1" name="PlaceHolder 2"/>
          <p:cNvSpPr>
            <a:spLocks noGrp="1"/>
          </p:cNvSpPr>
          <p:nvPr>
            <p:ph type="sldNum" idx="1"/>
          </p:nvPr>
        </p:nvSpPr>
        <p:spPr>
          <a:xfrm>
            <a:off x="8490240" y="468108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en" sz="1000" spc="-1" strike="noStrike">
                <a:solidFill>
                  <a:schemeClr val="accent3"/>
                </a:solidFill>
                <a:latin typeface="Average"/>
                <a:ea typeface="Average"/>
              </a:defRPr>
            </a:lvl1pPr>
          </a:lstStyle>
          <a:p>
            <a:pPr indent="0" algn="r">
              <a:lnSpc>
                <a:spcPct val="100000"/>
              </a:lnSpc>
              <a:buNone/>
              <a:tabLst>
                <a:tab algn="l" pos="0"/>
              </a:tabLst>
            </a:pPr>
            <a:fld id="{C4F8C7ED-0B24-4CCC-8EE6-1773D0D634AE}" type="slidenum">
              <a:rPr b="0" lang="en" sz="1000" spc="-1" strike="noStrike">
                <a:solidFill>
                  <a:schemeClr val="accent3"/>
                </a:solidFill>
                <a:latin typeface="Average"/>
                <a:ea typeface="Average"/>
              </a:rPr>
              <a:t>&lt;number&gt;</a:t>
            </a:fld>
            <a:endParaRPr b="0" lang="en-US" sz="1000" spc="-1" strike="noStrike">
              <a:solidFill>
                <a:srgbClr val="ffffff"/>
              </a:solidFill>
              <a:latin typeface="Times New Roman"/>
            </a:endParaRPr>
          </a:p>
        </p:txBody>
      </p:sp>
      <p:sp>
        <p:nvSpPr>
          <p:cNvPr id="2" name="PlaceHolder 3"/>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en-US" sz="1400" spc="-1" strike="noStrike">
                <a:solidFill>
                  <a:srgbClr val="000000"/>
                </a:solidFill>
                <a:latin typeface="Arial"/>
              </a:rPr>
              <a:t>Click to edit the outline text format</a:t>
            </a:r>
            <a:endParaRPr b="0" lang="en-US" sz="14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en-US" sz="1400" spc="-1" strike="noStrike">
                <a:solidFill>
                  <a:srgbClr val="000000"/>
                </a:solidFill>
                <a:latin typeface="Arial"/>
              </a:rPr>
              <a:t>Second Outline Level</a:t>
            </a:r>
            <a:endParaRPr b="0" lang="en-US" sz="14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en-US" sz="1400" spc="-1" strike="noStrike">
                <a:solidFill>
                  <a:srgbClr val="000000"/>
                </a:solidFill>
                <a:latin typeface="Arial"/>
              </a:rPr>
              <a:t>Third Outline Level</a:t>
            </a:r>
            <a:endParaRPr b="0" lang="en-US" sz="14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en-US" sz="1400" spc="-1" strike="noStrike">
                <a:solidFill>
                  <a:srgbClr val="000000"/>
                </a:solidFill>
                <a:latin typeface="Arial"/>
              </a:rPr>
              <a:t>Fourth Outline Level</a:t>
            </a:r>
            <a:endParaRPr b="0" lang="en-US" sz="14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671400" y="2141280"/>
            <a:ext cx="7851960" cy="860760"/>
          </a:xfrm>
          <a:prstGeom prst="rect">
            <a:avLst/>
          </a:prstGeom>
          <a:noFill/>
          <a:ln w="0">
            <a:noFill/>
          </a:ln>
        </p:spPr>
        <p:txBody>
          <a:bodyPr lIns="91440" rIns="91440" tIns="91440" bIns="91440" anchor="ctr">
            <a:normAutofit/>
          </a:bodyPr>
          <a:p>
            <a:pPr indent="0">
              <a:buNone/>
            </a:pPr>
            <a:r>
              <a:rPr b="0" lang="en-US" sz="3600" spc="-1" strike="noStrike">
                <a:solidFill>
                  <a:srgbClr val="000000"/>
                </a:solidFill>
                <a:latin typeface="Arial"/>
              </a:rPr>
              <a:t>Click to edit the title text format</a:t>
            </a:r>
            <a:endParaRPr b="0" lang="en-US" sz="3600" spc="-1" strike="noStrike">
              <a:solidFill>
                <a:srgbClr val="000000"/>
              </a:solidFill>
              <a:latin typeface="Arial"/>
            </a:endParaRPr>
          </a:p>
        </p:txBody>
      </p:sp>
      <p:sp>
        <p:nvSpPr>
          <p:cNvPr id="6" name="PlaceHolder 2"/>
          <p:cNvSpPr>
            <a:spLocks noGrp="1"/>
          </p:cNvSpPr>
          <p:nvPr>
            <p:ph type="sldNum" idx="2"/>
          </p:nvPr>
        </p:nvSpPr>
        <p:spPr>
          <a:xfrm>
            <a:off x="8490240" y="468108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en" sz="1000" spc="-1" strike="noStrike">
                <a:solidFill>
                  <a:schemeClr val="accent3"/>
                </a:solidFill>
                <a:latin typeface="Average"/>
                <a:ea typeface="Average"/>
              </a:defRPr>
            </a:lvl1pPr>
          </a:lstStyle>
          <a:p>
            <a:pPr indent="0" algn="r">
              <a:lnSpc>
                <a:spcPct val="100000"/>
              </a:lnSpc>
              <a:buNone/>
              <a:tabLst>
                <a:tab algn="l" pos="0"/>
              </a:tabLst>
            </a:pPr>
            <a:fld id="{E195BFDC-7BC4-4511-AA6E-6DCA904A2044}" type="slidenum">
              <a:rPr b="0" lang="en" sz="1000" spc="-1" strike="noStrike">
                <a:solidFill>
                  <a:schemeClr val="accent3"/>
                </a:solidFill>
                <a:latin typeface="Average"/>
                <a:ea typeface="Average"/>
              </a:rPr>
              <a:t>&lt;number&gt;</a:t>
            </a:fld>
            <a:endParaRPr b="0" lang="en-US" sz="1000" spc="-1" strike="noStrike">
              <a:solidFill>
                <a:srgbClr val="ffffff"/>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159480" y="64080"/>
            <a:ext cx="8520120" cy="572400"/>
          </a:xfrm>
          <a:prstGeom prst="rect">
            <a:avLst/>
          </a:prstGeom>
          <a:noFill/>
          <a:ln w="0">
            <a:noFill/>
          </a:ln>
        </p:spPr>
        <p:txBody>
          <a:bodyPr lIns="91440" rIns="91440" tIns="91440" bIns="91440" anchor="t">
            <a:normAutofit fontScale="65255"/>
          </a:bodyPr>
          <a:p>
            <a:pPr indent="0">
              <a:buNone/>
            </a:pPr>
            <a:r>
              <a:rPr b="0" lang="en-US" sz="4000" spc="-1" strike="noStrike">
                <a:solidFill>
                  <a:srgbClr val="000000"/>
                </a:solidFill>
                <a:latin typeface="Arial"/>
              </a:rPr>
              <a:t>Click to edit the title text format</a:t>
            </a:r>
            <a:endParaRPr b="0" lang="en-US" sz="4000" spc="-1" strike="noStrike">
              <a:solidFill>
                <a:srgbClr val="000000"/>
              </a:solidFill>
              <a:latin typeface="Arial"/>
            </a:endParaRPr>
          </a:p>
        </p:txBody>
      </p:sp>
      <p:sp>
        <p:nvSpPr>
          <p:cNvPr id="8" name="PlaceHolder 2"/>
          <p:cNvSpPr>
            <a:spLocks noGrp="1"/>
          </p:cNvSpPr>
          <p:nvPr>
            <p:ph type="body"/>
          </p:nvPr>
        </p:nvSpPr>
        <p:spPr>
          <a:xfrm>
            <a:off x="311760" y="1152360"/>
            <a:ext cx="8520120" cy="3416040"/>
          </a:xfrm>
          <a:prstGeom prst="rect">
            <a:avLst/>
          </a:prstGeom>
          <a:noFill/>
          <a:ln w="0">
            <a:noFill/>
          </a:ln>
        </p:spPr>
        <p:txBody>
          <a:bodyPr lIns="91440" rIns="91440" tIns="91440" bIns="91440" anchor="t">
            <a:normAutofit/>
          </a:bodyPr>
          <a:p>
            <a:pPr marL="432000" indent="-324000">
              <a:spcBef>
                <a:spcPts val="1417"/>
              </a:spcBef>
              <a:buClr>
                <a:srgbClr val="ffffff"/>
              </a:buClr>
              <a:buSzPct val="45000"/>
              <a:buFont typeface="Wingdings" charset="2"/>
              <a:buChar char=""/>
            </a:pPr>
            <a:r>
              <a:rPr b="0" lang="en-US" sz="2400" spc="-1" strike="noStrike">
                <a:solidFill>
                  <a:srgbClr val="000000"/>
                </a:solidFill>
                <a:latin typeface="Arial"/>
              </a:rPr>
              <a:t>Click to edit the outline text format</a:t>
            </a:r>
            <a:endParaRPr b="0" lang="en-US" sz="24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en-US" sz="2400" spc="-1" strike="noStrike">
                <a:solidFill>
                  <a:srgbClr val="000000"/>
                </a:solidFill>
                <a:latin typeface="Arial"/>
              </a:rPr>
              <a:t>Second Outline Level</a:t>
            </a:r>
            <a:endParaRPr b="0" lang="en-US" sz="24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en-US" sz="2400" spc="-1" strike="noStrike">
                <a:solidFill>
                  <a:srgbClr val="000000"/>
                </a:solidFill>
                <a:latin typeface="Arial"/>
              </a:rPr>
              <a:t>Fourth Outline Level</a:t>
            </a:r>
            <a:endParaRPr b="0" lang="en-US" sz="24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en-US" sz="2400" spc="-1" strike="noStrike">
                <a:solidFill>
                  <a:srgbClr val="000000"/>
                </a:solidFill>
                <a:latin typeface="Arial"/>
              </a:rPr>
              <a:t>Fifth Outline Level</a:t>
            </a:r>
            <a:endParaRPr b="0" lang="en-US" sz="24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en-US" sz="2400" spc="-1" strike="noStrike">
                <a:solidFill>
                  <a:srgbClr val="000000"/>
                </a:solidFill>
                <a:latin typeface="Arial"/>
              </a:rPr>
              <a:t>Sixth Outline Level</a:t>
            </a:r>
            <a:endParaRPr b="0" lang="en-US" sz="24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en-US" sz="2400" spc="-1" strike="noStrike">
                <a:solidFill>
                  <a:srgbClr val="000000"/>
                </a:solidFill>
                <a:latin typeface="Arial"/>
              </a:rPr>
              <a:t>Seventh Outline Level</a:t>
            </a:r>
            <a:endParaRPr b="0" lang="en-US" sz="2400" spc="-1" strike="noStrike">
              <a:solidFill>
                <a:srgbClr val="000000"/>
              </a:solidFill>
              <a:latin typeface="Arial"/>
            </a:endParaRPr>
          </a:p>
        </p:txBody>
      </p:sp>
      <p:sp>
        <p:nvSpPr>
          <p:cNvPr id="9" name="PlaceHolder 3"/>
          <p:cNvSpPr>
            <a:spLocks noGrp="1"/>
          </p:cNvSpPr>
          <p:nvPr>
            <p:ph type="sldNum" idx="3"/>
          </p:nvPr>
        </p:nvSpPr>
        <p:spPr>
          <a:xfrm>
            <a:off x="8490240" y="468108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en" sz="1000" spc="-1" strike="noStrike">
                <a:solidFill>
                  <a:schemeClr val="accent3"/>
                </a:solidFill>
                <a:latin typeface="Average"/>
                <a:ea typeface="Average"/>
              </a:defRPr>
            </a:lvl1pPr>
          </a:lstStyle>
          <a:p>
            <a:pPr indent="0" algn="r">
              <a:lnSpc>
                <a:spcPct val="100000"/>
              </a:lnSpc>
              <a:buNone/>
              <a:tabLst>
                <a:tab algn="l" pos="0"/>
              </a:tabLst>
            </a:pPr>
            <a:fld id="{9A5C25A5-FD99-4B05-9E28-82AB573432CC}" type="slidenum">
              <a:rPr b="0" lang="en" sz="1000" spc="-1" strike="noStrike">
                <a:solidFill>
                  <a:schemeClr val="accent3"/>
                </a:solidFill>
                <a:latin typeface="Average"/>
                <a:ea typeface="Average"/>
              </a:rPr>
              <a:t>&lt;number&gt;</a:t>
            </a:fld>
            <a:endParaRPr b="0" lang="en-US" sz="1000" spc="-1" strike="noStrike">
              <a:solidFill>
                <a:srgbClr val="ffffff"/>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2" name="PlaceHolder 1"/>
          <p:cNvSpPr>
            <a:spLocks noGrp="1"/>
          </p:cNvSpPr>
          <p:nvPr>
            <p:ph type="title"/>
          </p:nvPr>
        </p:nvSpPr>
        <p:spPr>
          <a:xfrm>
            <a:off x="159480" y="64080"/>
            <a:ext cx="8520120" cy="572400"/>
          </a:xfrm>
          <a:prstGeom prst="rect">
            <a:avLst/>
          </a:prstGeom>
          <a:noFill/>
          <a:ln w="0">
            <a:noFill/>
          </a:ln>
        </p:spPr>
        <p:txBody>
          <a:bodyPr lIns="91440" rIns="91440" tIns="91440" bIns="91440" anchor="t">
            <a:normAutofit fontScale="65255"/>
          </a:bodyPr>
          <a:p>
            <a:pPr indent="0">
              <a:buNone/>
            </a:pPr>
            <a:r>
              <a:rPr b="0" lang="en-US" sz="4000" spc="-1" strike="noStrike">
                <a:solidFill>
                  <a:srgbClr val="000000"/>
                </a:solidFill>
                <a:latin typeface="Arial"/>
              </a:rPr>
              <a:t>Click to edit the title text format</a:t>
            </a:r>
            <a:endParaRPr b="0" lang="en-US" sz="4000" spc="-1" strike="noStrike">
              <a:solidFill>
                <a:srgbClr val="000000"/>
              </a:solidFill>
              <a:latin typeface="Arial"/>
            </a:endParaRPr>
          </a:p>
        </p:txBody>
      </p:sp>
      <p:sp>
        <p:nvSpPr>
          <p:cNvPr id="13" name="PlaceHolder 2"/>
          <p:cNvSpPr>
            <a:spLocks noGrp="1"/>
          </p:cNvSpPr>
          <p:nvPr>
            <p:ph type="sldNum" idx="4"/>
          </p:nvPr>
        </p:nvSpPr>
        <p:spPr>
          <a:xfrm>
            <a:off x="8490240" y="468108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en" sz="1000" spc="-1" strike="noStrike">
                <a:solidFill>
                  <a:schemeClr val="accent3"/>
                </a:solidFill>
                <a:latin typeface="Average"/>
                <a:ea typeface="Average"/>
              </a:defRPr>
            </a:lvl1pPr>
          </a:lstStyle>
          <a:p>
            <a:pPr indent="0" algn="r">
              <a:lnSpc>
                <a:spcPct val="100000"/>
              </a:lnSpc>
              <a:buNone/>
              <a:tabLst>
                <a:tab algn="l" pos="0"/>
              </a:tabLst>
            </a:pPr>
            <a:fld id="{ED59D78C-DF0E-45D3-93A8-33F1D3295CDC}" type="slidenum">
              <a:rPr b="0" lang="en" sz="1000" spc="-1" strike="noStrike">
                <a:solidFill>
                  <a:schemeClr val="accent3"/>
                </a:solidFill>
                <a:latin typeface="Average"/>
                <a:ea typeface="Average"/>
              </a:rPr>
              <a:t>&lt;number&gt;</a:t>
            </a:fld>
            <a:endParaRPr b="0" lang="en-US" sz="1000" spc="-1" strike="noStrike">
              <a:solidFill>
                <a:srgbClr val="ffffff"/>
              </a:solidFill>
              <a:latin typeface="Times New Roman"/>
            </a:endParaRPr>
          </a:p>
        </p:txBody>
      </p:sp>
      <p:sp>
        <p:nvSpPr>
          <p:cNvPr id="14" name="PlaceHolder 3"/>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en-US" sz="1400" spc="-1" strike="noStrike">
                <a:solidFill>
                  <a:srgbClr val="000000"/>
                </a:solidFill>
                <a:latin typeface="Arial"/>
              </a:rPr>
              <a:t>Click to edit the outline text format</a:t>
            </a:r>
            <a:endParaRPr b="0" lang="en-US" sz="14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en-US" sz="1400" spc="-1" strike="noStrike">
                <a:solidFill>
                  <a:srgbClr val="000000"/>
                </a:solidFill>
                <a:latin typeface="Arial"/>
              </a:rPr>
              <a:t>Second Outline Level</a:t>
            </a:r>
            <a:endParaRPr b="0" lang="en-US" sz="14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en-US" sz="1400" spc="-1" strike="noStrike">
                <a:solidFill>
                  <a:srgbClr val="000000"/>
                </a:solidFill>
                <a:latin typeface="Arial"/>
              </a:rPr>
              <a:t>Third Outline Level</a:t>
            </a:r>
            <a:endParaRPr b="0" lang="en-US" sz="14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en-US" sz="1400" spc="-1" strike="noStrike">
                <a:solidFill>
                  <a:srgbClr val="000000"/>
                </a:solidFill>
                <a:latin typeface="Arial"/>
              </a:rPr>
              <a:t>Fourth Outline Level</a:t>
            </a:r>
            <a:endParaRPr b="0" lang="en-US" sz="14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2"/>
        </a:solidFill>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490320" y="526320"/>
            <a:ext cx="6226920" cy="4090320"/>
          </a:xfrm>
          <a:prstGeom prst="rect">
            <a:avLst/>
          </a:prstGeom>
          <a:noFill/>
          <a:ln w="0">
            <a:noFill/>
          </a:ln>
        </p:spPr>
        <p:txBody>
          <a:bodyPr lIns="91440" rIns="91440" tIns="91440" bIns="91440" anchor="ctr">
            <a:normAutofit/>
          </a:bodyPr>
          <a:p>
            <a:pPr indent="0">
              <a:buNone/>
            </a:pPr>
            <a:r>
              <a:rPr b="0" lang="en-US" sz="4800" spc="-1" strike="noStrike">
                <a:solidFill>
                  <a:srgbClr val="000000"/>
                </a:solidFill>
                <a:latin typeface="Arial"/>
              </a:rPr>
              <a:t>Click to edit the title text format</a:t>
            </a:r>
            <a:endParaRPr b="0" lang="en-US" sz="4800" spc="-1" strike="noStrike">
              <a:solidFill>
                <a:srgbClr val="000000"/>
              </a:solidFill>
              <a:latin typeface="Arial"/>
            </a:endParaRPr>
          </a:p>
        </p:txBody>
      </p:sp>
      <p:sp>
        <p:nvSpPr>
          <p:cNvPr id="17" name="PlaceHolder 2"/>
          <p:cNvSpPr>
            <a:spLocks noGrp="1"/>
          </p:cNvSpPr>
          <p:nvPr>
            <p:ph type="sldNum" idx="5"/>
          </p:nvPr>
        </p:nvSpPr>
        <p:spPr>
          <a:xfrm>
            <a:off x="8490240" y="468108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en" sz="1000" spc="-1" strike="noStrike">
                <a:solidFill>
                  <a:schemeClr val="lt1"/>
                </a:solidFill>
                <a:latin typeface="Average"/>
                <a:ea typeface="Average"/>
              </a:defRPr>
            </a:lvl1pPr>
          </a:lstStyle>
          <a:p>
            <a:pPr indent="0" algn="r">
              <a:lnSpc>
                <a:spcPct val="100000"/>
              </a:lnSpc>
              <a:buNone/>
              <a:tabLst>
                <a:tab algn="l" pos="0"/>
              </a:tabLst>
            </a:pPr>
            <a:fld id="{DB90F921-1907-476B-BE5A-744A678B4B74}" type="slidenum">
              <a:rPr b="0" lang="en" sz="1000" spc="-1" strike="noStrike">
                <a:solidFill>
                  <a:schemeClr val="lt1"/>
                </a:solidFill>
                <a:latin typeface="Average"/>
                <a:ea typeface="Average"/>
              </a:rPr>
              <a:t>&lt;number&gt;</a:t>
            </a:fld>
            <a:endParaRPr b="0" lang="en-US"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8" name="Google Shape;27;p7"/>
          <p:cNvSpPr/>
          <p:nvPr/>
        </p:nvSpPr>
        <p:spPr>
          <a:xfrm>
            <a:off x="4572000" y="0"/>
            <a:ext cx="4571640" cy="5143320"/>
          </a:xfrm>
          <a:prstGeom prst="rect">
            <a:avLst/>
          </a:prstGeom>
          <a:solidFill>
            <a:schemeClr val="dk1"/>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cxnSp>
        <p:nvCxnSpPr>
          <p:cNvPr id="19" name="Google Shape;28;p7"/>
          <p:cNvCxnSpPr/>
          <p:nvPr/>
        </p:nvCxnSpPr>
        <p:spPr>
          <a:xfrm>
            <a:off x="5029560" y="4495320"/>
            <a:ext cx="468720" cy="360"/>
          </a:xfrm>
          <a:prstGeom prst="straightConnector1">
            <a:avLst/>
          </a:prstGeom>
          <a:ln w="19050">
            <a:solidFill>
              <a:srgbClr val="1b272e"/>
            </a:solidFill>
            <a:round/>
          </a:ln>
        </p:spPr>
      </p:cxnSp>
      <p:sp>
        <p:nvSpPr>
          <p:cNvPr id="20" name="PlaceHolder 1"/>
          <p:cNvSpPr>
            <a:spLocks noGrp="1"/>
          </p:cNvSpPr>
          <p:nvPr>
            <p:ph type="title"/>
          </p:nvPr>
        </p:nvSpPr>
        <p:spPr>
          <a:xfrm>
            <a:off x="265680" y="1081440"/>
            <a:ext cx="4044960" cy="1710000"/>
          </a:xfrm>
          <a:prstGeom prst="rect">
            <a:avLst/>
          </a:prstGeom>
          <a:noFill/>
          <a:ln w="0">
            <a:noFill/>
          </a:ln>
        </p:spPr>
        <p:txBody>
          <a:bodyPr lIns="91440" rIns="91440" tIns="91440" bIns="91440" anchor="b">
            <a:normAutofit/>
          </a:bodyPr>
          <a:p>
            <a:pPr indent="0">
              <a:buNone/>
            </a:pPr>
            <a:r>
              <a:rPr b="0" lang="en-US" sz="4200" spc="-1" strike="noStrike">
                <a:solidFill>
                  <a:srgbClr val="000000"/>
                </a:solidFill>
                <a:latin typeface="Arial"/>
              </a:rPr>
              <a:t>Click to edit the title text format</a:t>
            </a:r>
            <a:endParaRPr b="0" lang="en-US" sz="4200" spc="-1" strike="noStrike">
              <a:solidFill>
                <a:srgbClr val="000000"/>
              </a:solidFill>
              <a:latin typeface="Arial"/>
            </a:endParaRPr>
          </a:p>
        </p:txBody>
      </p:sp>
      <p:sp>
        <p:nvSpPr>
          <p:cNvPr id="21" name="PlaceHolder 2"/>
          <p:cNvSpPr>
            <a:spLocks noGrp="1"/>
          </p:cNvSpPr>
          <p:nvPr>
            <p:ph type="body"/>
          </p:nvPr>
        </p:nvSpPr>
        <p:spPr>
          <a:xfrm>
            <a:off x="4939560" y="724320"/>
            <a:ext cx="3836520" cy="3694680"/>
          </a:xfrm>
          <a:prstGeom prst="rect">
            <a:avLst/>
          </a:prstGeom>
          <a:noFill/>
          <a:ln w="0">
            <a:noFill/>
          </a:ln>
        </p:spPr>
        <p:txBody>
          <a:bodyPr lIns="91440" rIns="91440" tIns="91440" bIns="91440" anchor="ctr">
            <a:normAutofit fontScale="68306" lnSpcReduction="10000"/>
          </a:bodyPr>
          <a:p>
            <a:pPr marL="432000" indent="-324000">
              <a:spcBef>
                <a:spcPts val="1417"/>
              </a:spcBef>
              <a:buClr>
                <a:srgbClr val="ffffff"/>
              </a:buClr>
              <a:buSzPct val="45000"/>
              <a:buFont typeface="Wingdings" charset="2"/>
              <a:buChar char=""/>
            </a:pPr>
            <a:r>
              <a:rPr b="0" lang="en-US" sz="2400" spc="-1" strike="noStrike">
                <a:solidFill>
                  <a:srgbClr val="000000"/>
                </a:solidFill>
                <a:latin typeface="Arial"/>
              </a:rPr>
              <a:t>Click to edit the outline text format</a:t>
            </a:r>
            <a:endParaRPr b="0" lang="en-US" sz="24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en-US" sz="2400" spc="-1" strike="noStrike">
                <a:solidFill>
                  <a:srgbClr val="000000"/>
                </a:solidFill>
                <a:latin typeface="Arial"/>
              </a:rPr>
              <a:t>Second Outline Level</a:t>
            </a:r>
            <a:endParaRPr b="0" lang="en-US" sz="24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en-US" sz="2400" spc="-1" strike="noStrike">
                <a:solidFill>
                  <a:srgbClr val="000000"/>
                </a:solidFill>
                <a:latin typeface="Arial"/>
              </a:rPr>
              <a:t>Fourth Outline Level</a:t>
            </a:r>
            <a:endParaRPr b="0" lang="en-US" sz="24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en-US" sz="2400" spc="-1" strike="noStrike">
                <a:solidFill>
                  <a:srgbClr val="000000"/>
                </a:solidFill>
                <a:latin typeface="Arial"/>
              </a:rPr>
              <a:t>Fifth Outline Level</a:t>
            </a:r>
            <a:endParaRPr b="0" lang="en-US" sz="24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en-US" sz="2400" spc="-1" strike="noStrike">
                <a:solidFill>
                  <a:srgbClr val="000000"/>
                </a:solidFill>
                <a:latin typeface="Arial"/>
              </a:rPr>
              <a:t>Sixth Outline Level</a:t>
            </a:r>
            <a:endParaRPr b="0" lang="en-US" sz="24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en-US" sz="2400" spc="-1" strike="noStrike">
                <a:solidFill>
                  <a:srgbClr val="000000"/>
                </a:solidFill>
                <a:latin typeface="Arial"/>
              </a:rPr>
              <a:t>Seventh Outline Level</a:t>
            </a:r>
            <a:endParaRPr b="0" lang="en-US" sz="2400" spc="-1" strike="noStrike">
              <a:solidFill>
                <a:srgbClr val="000000"/>
              </a:solidFill>
              <a:latin typeface="Arial"/>
            </a:endParaRPr>
          </a:p>
        </p:txBody>
      </p:sp>
      <p:sp>
        <p:nvSpPr>
          <p:cNvPr id="22" name="PlaceHolder 3"/>
          <p:cNvSpPr>
            <a:spLocks noGrp="1"/>
          </p:cNvSpPr>
          <p:nvPr>
            <p:ph type="sldNum" idx="6"/>
          </p:nvPr>
        </p:nvSpPr>
        <p:spPr>
          <a:xfrm>
            <a:off x="8490240" y="468108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en" sz="1000" spc="-1" strike="noStrike">
                <a:solidFill>
                  <a:schemeClr val="lt1"/>
                </a:solidFill>
                <a:latin typeface="Average"/>
                <a:ea typeface="Average"/>
              </a:defRPr>
            </a:lvl1pPr>
          </a:lstStyle>
          <a:p>
            <a:pPr indent="0" algn="r">
              <a:lnSpc>
                <a:spcPct val="100000"/>
              </a:lnSpc>
              <a:buNone/>
              <a:tabLst>
                <a:tab algn="l" pos="0"/>
              </a:tabLst>
            </a:pPr>
            <a:fld id="{5814EA5E-4781-4EF6-839E-A15ECFBCF92D}" type="slidenum">
              <a:rPr b="0" lang="en" sz="1000" spc="-1" strike="noStrike">
                <a:solidFill>
                  <a:schemeClr val="lt1"/>
                </a:solidFill>
                <a:latin typeface="Average"/>
                <a:ea typeface="Average"/>
              </a:rPr>
              <a:t>&lt;number&gt;</a:t>
            </a:fld>
            <a:endParaRPr b="0" lang="en-US" sz="1000" spc="-1" strike="noStrike">
              <a:solidFill>
                <a:srgbClr val="ffffff"/>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slideLayout" Target="../slideLayouts/slideLayout1.xml"/><Relationship Id="rId5"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jpe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slideLayout" Target="../slideLayouts/slideLayout4.xml"/><Relationship Id="rId6"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13.png"/><Relationship Id="rId8" Type="http://schemas.openxmlformats.org/officeDocument/2006/relationships/image" Target="../media/image14.png"/><Relationship Id="rId9" Type="http://schemas.openxmlformats.org/officeDocument/2006/relationships/image" Target="../media/image14.png"/><Relationship Id="rId10" Type="http://schemas.openxmlformats.org/officeDocument/2006/relationships/image" Target="../media/image14.png"/><Relationship Id="rId11" Type="http://schemas.openxmlformats.org/officeDocument/2006/relationships/image" Target="../media/image15.png"/><Relationship Id="rId12" Type="http://schemas.openxmlformats.org/officeDocument/2006/relationships/image" Target="../media/image16.png"/><Relationship Id="rId13" Type="http://schemas.openxmlformats.org/officeDocument/2006/relationships/image" Target="../media/image17.png"/><Relationship Id="rId14" Type="http://schemas.openxmlformats.org/officeDocument/2006/relationships/image" Target="../media/image18.png"/><Relationship Id="rId15" Type="http://schemas.openxmlformats.org/officeDocument/2006/relationships/image" Target="../media/image2.png"/><Relationship Id="rId16" Type="http://schemas.openxmlformats.org/officeDocument/2006/relationships/slideLayout" Target="../slideLayouts/slideLayout4.xml"/><Relationship Id="rId17"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9.png"/><Relationship Id="rId3" Type="http://schemas.openxmlformats.org/officeDocument/2006/relationships/slideLayout" Target="../slideLayouts/slideLayout4.xml"/><Relationship Id="rId4"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image" Target="../media/image12.png"/><Relationship Id="rId3" Type="http://schemas.openxmlformats.org/officeDocument/2006/relationships/slideLayout" Target="../slideLayouts/slideLayout4.xml"/><Relationship Id="rId4"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21.png"/><Relationship Id="rId3" Type="http://schemas.openxmlformats.org/officeDocument/2006/relationships/slideLayout" Target="../slideLayouts/slideLayout4.xml"/><Relationship Id="rId4"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image" Target="../media/image17.pn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image" Target="../media/image25.png"/><Relationship Id="rId7" Type="http://schemas.openxmlformats.org/officeDocument/2006/relationships/slideLayout" Target="../slideLayouts/slideLayout4.xml"/><Relationship Id="rId8"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26.png"/><Relationship Id="rId2" Type="http://schemas.openxmlformats.org/officeDocument/2006/relationships/slideLayout" Target="../slideLayouts/slideLayout4.xml"/><Relationship Id="rId3"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27.png"/><Relationship Id="rId2" Type="http://schemas.openxmlformats.org/officeDocument/2006/relationships/image" Target="../media/image28.png"/><Relationship Id="rId3" Type="http://schemas.openxmlformats.org/officeDocument/2006/relationships/image" Target="../media/image29.png"/><Relationship Id="rId4" Type="http://schemas.openxmlformats.org/officeDocument/2006/relationships/slideLayout" Target="../slideLayouts/slideLayout4.xml"/><Relationship Id="rId5"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30.png"/><Relationship Id="rId2" Type="http://schemas.openxmlformats.org/officeDocument/2006/relationships/image" Target="../media/image31.png"/><Relationship Id="rId3" Type="http://schemas.openxmlformats.org/officeDocument/2006/relationships/image" Target="../media/image32.png"/><Relationship Id="rId4" Type="http://schemas.openxmlformats.org/officeDocument/2006/relationships/slideLayout" Target="../slideLayouts/slideLayout4.xml"/><Relationship Id="rId5" Type="http://schemas.openxmlformats.org/officeDocument/2006/relationships/notesSlide" Target="../notesSlides/notesSlide10.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9" name="Google Shape;37;p8" descr=""/>
          <p:cNvPicPr/>
          <p:nvPr/>
        </p:nvPicPr>
        <p:blipFill>
          <a:blip r:embed="rId1"/>
          <a:srcRect l="0" t="0" r="0" b="22914"/>
          <a:stretch/>
        </p:blipFill>
        <p:spPr>
          <a:xfrm>
            <a:off x="3927600" y="993600"/>
            <a:ext cx="4802760" cy="2919240"/>
          </a:xfrm>
          <a:prstGeom prst="rect">
            <a:avLst/>
          </a:prstGeom>
          <a:ln w="0">
            <a:noFill/>
          </a:ln>
        </p:spPr>
      </p:pic>
      <p:sp>
        <p:nvSpPr>
          <p:cNvPr id="30" name="PlaceHolder 1"/>
          <p:cNvSpPr>
            <a:spLocks noGrp="1"/>
          </p:cNvSpPr>
          <p:nvPr>
            <p:ph type="title"/>
          </p:nvPr>
        </p:nvSpPr>
        <p:spPr>
          <a:xfrm>
            <a:off x="236880" y="531000"/>
            <a:ext cx="3319560" cy="2636640"/>
          </a:xfrm>
          <a:prstGeom prst="rect">
            <a:avLst/>
          </a:prstGeom>
          <a:noFill/>
          <a:ln w="0">
            <a:noFill/>
          </a:ln>
        </p:spPr>
        <p:txBody>
          <a:bodyPr lIns="92520" rIns="92520" tIns="92520" bIns="92520" anchor="b">
            <a:normAutofit/>
          </a:bodyPr>
          <a:p>
            <a:pPr indent="0" algn="ctr">
              <a:lnSpc>
                <a:spcPct val="100000"/>
              </a:lnSpc>
              <a:buNone/>
              <a:tabLst>
                <a:tab algn="l" pos="0"/>
              </a:tabLst>
            </a:pPr>
            <a:r>
              <a:rPr b="1" lang="en" sz="6000" spc="-1" strike="noStrike">
                <a:solidFill>
                  <a:srgbClr val="a6f784"/>
                </a:solidFill>
                <a:latin typeface="Economica"/>
                <a:ea typeface="Economica"/>
              </a:rPr>
              <a:t>VonSim</a:t>
            </a:r>
            <a:endParaRPr b="0" lang="en-US" sz="6000" spc="-1" strike="noStrike">
              <a:solidFill>
                <a:srgbClr val="000000"/>
              </a:solidFill>
              <a:latin typeface="Arial"/>
            </a:endParaRPr>
          </a:p>
          <a:p>
            <a:pPr indent="0" algn="ctr">
              <a:lnSpc>
                <a:spcPct val="100000"/>
              </a:lnSpc>
              <a:buNone/>
              <a:tabLst>
                <a:tab algn="l" pos="0"/>
              </a:tabLst>
            </a:pPr>
            <a:r>
              <a:rPr b="0" lang="en" sz="3600" spc="-1" strike="noStrike">
                <a:solidFill>
                  <a:schemeClr val="dk1"/>
                </a:solidFill>
                <a:latin typeface="Economica"/>
                <a:ea typeface="Economica"/>
              </a:rPr>
              <a:t>Educational Simulator for Assembly</a:t>
            </a:r>
            <a:endParaRPr b="0" lang="en-US" sz="3600" spc="-1" strike="noStrike">
              <a:solidFill>
                <a:srgbClr val="000000"/>
              </a:solidFill>
              <a:latin typeface="Arial"/>
            </a:endParaRPr>
          </a:p>
        </p:txBody>
      </p:sp>
      <p:sp>
        <p:nvSpPr>
          <p:cNvPr id="31" name="Google Shape;39;p8"/>
          <p:cNvSpPr/>
          <p:nvPr/>
        </p:nvSpPr>
        <p:spPr>
          <a:xfrm>
            <a:off x="0" y="0"/>
            <a:ext cx="2999520" cy="399960"/>
          </a:xfrm>
          <a:prstGeom prst="rect">
            <a:avLst/>
          </a:prstGeom>
          <a:noFill/>
          <a:ln w="0">
            <a:noFill/>
          </a:ln>
        </p:spPr>
        <p:style>
          <a:lnRef idx="0"/>
          <a:fillRef idx="0"/>
          <a:effectRef idx="0"/>
          <a:fontRef idx="minor"/>
        </p:style>
        <p:txBody>
          <a:bodyPr tIns="91440" bIns="91440" anchor="t">
            <a:spAutoFit/>
          </a:bodyPr>
          <a:p>
            <a:pPr>
              <a:lnSpc>
                <a:spcPct val="100000"/>
              </a:lnSpc>
              <a:tabLst>
                <a:tab algn="l" pos="0"/>
              </a:tabLst>
            </a:pPr>
            <a:endParaRPr b="0" lang="en-US" sz="1400" spc="-1" strike="noStrike">
              <a:solidFill>
                <a:srgbClr val="ffffff"/>
              </a:solidFill>
              <a:latin typeface="Arial"/>
            </a:endParaRPr>
          </a:p>
        </p:txBody>
      </p:sp>
      <p:sp>
        <p:nvSpPr>
          <p:cNvPr id="32" name="PlaceHolder 2"/>
          <p:cNvSpPr>
            <a:spLocks noGrp="1"/>
          </p:cNvSpPr>
          <p:nvPr>
            <p:ph type="title"/>
          </p:nvPr>
        </p:nvSpPr>
        <p:spPr>
          <a:xfrm>
            <a:off x="6725880" y="4661640"/>
            <a:ext cx="2418120" cy="481320"/>
          </a:xfrm>
          <a:prstGeom prst="rect">
            <a:avLst/>
          </a:prstGeom>
          <a:noFill/>
          <a:ln w="0">
            <a:noFill/>
          </a:ln>
        </p:spPr>
        <p:txBody>
          <a:bodyPr lIns="91440" rIns="91440" tIns="91440" bIns="91440" anchor="b">
            <a:noAutofit/>
          </a:bodyPr>
          <a:p>
            <a:pPr indent="0" algn="ctr">
              <a:lnSpc>
                <a:spcPct val="100000"/>
              </a:lnSpc>
              <a:buNone/>
              <a:tabLst>
                <a:tab algn="l" pos="0"/>
              </a:tabLst>
            </a:pPr>
            <a:r>
              <a:rPr b="0" lang="en" sz="2000" spc="-1" strike="noStrike">
                <a:solidFill>
                  <a:srgbClr val="a6f784"/>
                </a:solidFill>
                <a:latin typeface="Economica"/>
                <a:ea typeface="Economica"/>
              </a:rPr>
              <a:t>https://vonsim.github.io/</a:t>
            </a:r>
            <a:endParaRPr b="0" lang="en-US" sz="2000" spc="-1" strike="noStrike">
              <a:solidFill>
                <a:srgbClr val="000000"/>
              </a:solidFill>
              <a:latin typeface="Arial"/>
            </a:endParaRPr>
          </a:p>
        </p:txBody>
      </p:sp>
      <p:pic>
        <p:nvPicPr>
          <p:cNvPr id="33" name="Google Shape;41;p8" descr=""/>
          <p:cNvPicPr/>
          <p:nvPr/>
        </p:nvPicPr>
        <p:blipFill>
          <a:blip r:embed="rId2"/>
          <a:srcRect l="0" t="0" r="70254" b="2287"/>
          <a:stretch/>
        </p:blipFill>
        <p:spPr>
          <a:xfrm>
            <a:off x="1620720" y="531000"/>
            <a:ext cx="464040" cy="594000"/>
          </a:xfrm>
          <a:prstGeom prst="rect">
            <a:avLst/>
          </a:prstGeom>
          <a:ln w="0">
            <a:noFill/>
          </a:ln>
        </p:spPr>
      </p:pic>
      <p:pic>
        <p:nvPicPr>
          <p:cNvPr id="34" name="Google Shape;42;p8" descr=""/>
          <p:cNvPicPr/>
          <p:nvPr/>
        </p:nvPicPr>
        <p:blipFill>
          <a:blip r:embed="rId3"/>
          <a:stretch/>
        </p:blipFill>
        <p:spPr>
          <a:xfrm>
            <a:off x="6613920" y="4788360"/>
            <a:ext cx="268200" cy="268200"/>
          </a:xfrm>
          <a:prstGeom prst="rect">
            <a:avLst/>
          </a:prstGeom>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 name="PlaceHolder 1"/>
          <p:cNvSpPr>
            <a:spLocks noGrp="1"/>
          </p:cNvSpPr>
          <p:nvPr>
            <p:ph type="title"/>
          </p:nvPr>
        </p:nvSpPr>
        <p:spPr>
          <a:xfrm>
            <a:off x="921240" y="118800"/>
            <a:ext cx="8520120" cy="572400"/>
          </a:xfrm>
          <a:prstGeom prst="rect">
            <a:avLst/>
          </a:prstGeom>
          <a:noFill/>
          <a:ln w="0">
            <a:noFill/>
          </a:ln>
        </p:spPr>
        <p:txBody>
          <a:bodyPr lIns="91440" rIns="91440" tIns="91440" bIns="91440" anchor="t">
            <a:normAutofit fontScale="65255"/>
          </a:bodyPr>
          <a:p>
            <a:pPr indent="0">
              <a:lnSpc>
                <a:spcPct val="100000"/>
              </a:lnSpc>
              <a:buNone/>
              <a:tabLst>
                <a:tab algn="l" pos="0"/>
              </a:tabLst>
            </a:pPr>
            <a:r>
              <a:rPr b="0" lang="en" sz="4000" spc="-1" strike="noStrike">
                <a:solidFill>
                  <a:schemeClr val="dk1"/>
                </a:solidFill>
                <a:latin typeface="Economica"/>
                <a:ea typeface="Economica"/>
              </a:rPr>
              <a:t>Context</a:t>
            </a:r>
            <a:endParaRPr b="0" lang="en-US" sz="4000" spc="-1" strike="noStrike">
              <a:solidFill>
                <a:srgbClr val="000000"/>
              </a:solidFill>
              <a:latin typeface="Arial"/>
            </a:endParaRPr>
          </a:p>
        </p:txBody>
      </p:sp>
      <p:pic>
        <p:nvPicPr>
          <p:cNvPr id="36" name="Google Shape;48;p9" descr=""/>
          <p:cNvPicPr/>
          <p:nvPr/>
        </p:nvPicPr>
        <p:blipFill>
          <a:blip r:embed="rId1"/>
          <a:srcRect l="0" t="0" r="67541" b="0"/>
          <a:stretch/>
        </p:blipFill>
        <p:spPr>
          <a:xfrm>
            <a:off x="2750760" y="1207440"/>
            <a:ext cx="590400" cy="572400"/>
          </a:xfrm>
          <a:prstGeom prst="rect">
            <a:avLst/>
          </a:prstGeom>
          <a:ln w="0">
            <a:noFill/>
          </a:ln>
        </p:spPr>
      </p:pic>
      <p:sp>
        <p:nvSpPr>
          <p:cNvPr id="37" name="Google Shape;49;p9"/>
          <p:cNvSpPr/>
          <p:nvPr/>
        </p:nvSpPr>
        <p:spPr>
          <a:xfrm>
            <a:off x="344880" y="1334520"/>
            <a:ext cx="4006440" cy="3840120"/>
          </a:xfrm>
          <a:prstGeom prst="rect">
            <a:avLst/>
          </a:prstGeom>
          <a:noFill/>
          <a:ln w="0">
            <a:noFill/>
          </a:ln>
        </p:spPr>
        <p:style>
          <a:lnRef idx="0"/>
          <a:fillRef idx="0"/>
          <a:effectRef idx="0"/>
          <a:fontRef idx="minor"/>
        </p:style>
        <p:txBody>
          <a:bodyPr tIns="91440" bIns="91440" anchor="t">
            <a:spAutoFit/>
          </a:bodyPr>
          <a:p>
            <a:pPr marL="457200" indent="-380880">
              <a:lnSpc>
                <a:spcPct val="100000"/>
              </a:lnSpc>
              <a:buClr>
                <a:srgbClr val="ffffff"/>
              </a:buClr>
              <a:buFont typeface="Economica"/>
              <a:buChar char="●"/>
            </a:pPr>
            <a:r>
              <a:rPr b="0" lang="en" sz="2400" spc="-1" strike="noStrike">
                <a:solidFill>
                  <a:schemeClr val="dk1"/>
                </a:solidFill>
                <a:latin typeface="Economica"/>
                <a:ea typeface="Economica"/>
              </a:rPr>
              <a:t>Informatics School</a:t>
            </a:r>
            <a:endParaRPr b="0" lang="en-US" sz="2400" spc="-1" strike="noStrike">
              <a:solidFill>
                <a:srgbClr val="ffffff"/>
              </a:solidFill>
              <a:latin typeface="Arial"/>
            </a:endParaRPr>
          </a:p>
          <a:p>
            <a:pPr lvl="1" marL="914400" indent="-380880">
              <a:lnSpc>
                <a:spcPct val="100000"/>
              </a:lnSpc>
              <a:buClr>
                <a:srgbClr val="ffffff"/>
              </a:buClr>
              <a:buFont typeface="Economica"/>
              <a:buChar char="○"/>
            </a:pPr>
            <a:r>
              <a:rPr b="0" lang="en" sz="2400" spc="-1" strike="noStrike">
                <a:solidFill>
                  <a:schemeClr val="dk1"/>
                </a:solidFill>
                <a:latin typeface="Economica"/>
                <a:ea typeface="Economica"/>
              </a:rPr>
              <a:t>Universidad Nacional de La Plata</a:t>
            </a:r>
            <a:endParaRPr b="0" lang="en-US" sz="2400" spc="-1" strike="noStrike">
              <a:solidFill>
                <a:srgbClr val="ffffff"/>
              </a:solidFill>
              <a:latin typeface="Arial"/>
            </a:endParaRPr>
          </a:p>
          <a:p>
            <a:pPr marL="457200" indent="-380880">
              <a:lnSpc>
                <a:spcPct val="100000"/>
              </a:lnSpc>
              <a:buClr>
                <a:srgbClr val="ffffff"/>
              </a:buClr>
              <a:buFont typeface="Economica"/>
              <a:buChar char="●"/>
            </a:pPr>
            <a:r>
              <a:rPr b="0" lang="en" sz="2400" spc="-1" strike="noStrike">
                <a:solidFill>
                  <a:schemeClr val="dk1"/>
                </a:solidFill>
                <a:latin typeface="Economica"/>
                <a:ea typeface="Economica"/>
              </a:rPr>
              <a:t>Courses that teach Assembly</a:t>
            </a:r>
            <a:endParaRPr b="0" lang="en-US" sz="2400" spc="-1" strike="noStrike">
              <a:solidFill>
                <a:srgbClr val="ffffff"/>
              </a:solidFill>
              <a:latin typeface="Arial"/>
            </a:endParaRPr>
          </a:p>
          <a:p>
            <a:pPr lvl="1" marL="914400" indent="-380880">
              <a:lnSpc>
                <a:spcPct val="100000"/>
              </a:lnSpc>
              <a:buClr>
                <a:srgbClr val="ffffff"/>
              </a:buClr>
              <a:buFont typeface="Economica"/>
              <a:buChar char="○"/>
            </a:pPr>
            <a:r>
              <a:rPr b="0" lang="en" sz="2400" spc="-1" strike="noStrike">
                <a:solidFill>
                  <a:schemeClr val="dk1"/>
                </a:solidFill>
                <a:latin typeface="Economica"/>
                <a:ea typeface="Economica"/>
              </a:rPr>
              <a:t>Computer Organization</a:t>
            </a:r>
            <a:endParaRPr b="0" lang="en-US" sz="2400" spc="-1" strike="noStrike">
              <a:solidFill>
                <a:srgbClr val="ffffff"/>
              </a:solidFill>
              <a:latin typeface="Arial"/>
            </a:endParaRPr>
          </a:p>
          <a:p>
            <a:pPr lvl="1" marL="914400" indent="-380880">
              <a:lnSpc>
                <a:spcPct val="100000"/>
              </a:lnSpc>
              <a:buClr>
                <a:srgbClr val="ffffff"/>
              </a:buClr>
              <a:buFont typeface="Economica"/>
              <a:buChar char="○"/>
            </a:pPr>
            <a:r>
              <a:rPr b="0" lang="en" sz="2400" spc="-1" strike="noStrike">
                <a:solidFill>
                  <a:schemeClr val="dk1"/>
                </a:solidFill>
                <a:latin typeface="Economica"/>
                <a:ea typeface="Economica"/>
              </a:rPr>
              <a:t>Computer Architecture</a:t>
            </a:r>
            <a:endParaRPr b="0" lang="en-US" sz="2400" spc="-1" strike="noStrike">
              <a:solidFill>
                <a:srgbClr val="ffffff"/>
              </a:solidFill>
              <a:latin typeface="Arial"/>
            </a:endParaRPr>
          </a:p>
          <a:p>
            <a:pPr marL="457200" indent="-380880">
              <a:lnSpc>
                <a:spcPct val="100000"/>
              </a:lnSpc>
              <a:buClr>
                <a:srgbClr val="ffffff"/>
              </a:buClr>
              <a:buFont typeface="Economica"/>
              <a:buChar char="●"/>
            </a:pPr>
            <a:r>
              <a:rPr b="0" lang="en" sz="2400" spc="-1" strike="noStrike">
                <a:solidFill>
                  <a:schemeClr val="dk1"/>
                </a:solidFill>
                <a:latin typeface="Economica"/>
                <a:ea typeface="Economica"/>
              </a:rPr>
              <a:t>~1500 students per year</a:t>
            </a:r>
            <a:endParaRPr b="0" lang="en-US" sz="2400" spc="-1" strike="noStrike">
              <a:solidFill>
                <a:srgbClr val="ffffff"/>
              </a:solidFill>
              <a:latin typeface="Arial"/>
            </a:endParaRPr>
          </a:p>
          <a:p>
            <a:pPr marL="457200" indent="-380880">
              <a:lnSpc>
                <a:spcPct val="100000"/>
              </a:lnSpc>
              <a:buClr>
                <a:srgbClr val="ffffff"/>
              </a:buClr>
              <a:buFont typeface="Economica"/>
              <a:buChar char="●"/>
            </a:pPr>
            <a:r>
              <a:rPr b="0" lang="en" sz="2400" spc="-1" strike="noStrike">
                <a:solidFill>
                  <a:schemeClr val="dk1"/>
                </a:solidFill>
                <a:latin typeface="Economica"/>
                <a:ea typeface="Economica"/>
              </a:rPr>
              <a:t>Previously: </a:t>
            </a:r>
            <a:r>
              <a:rPr b="1" lang="en" sz="2400" spc="-1" strike="noStrike">
                <a:solidFill>
                  <a:schemeClr val="dk1"/>
                </a:solidFill>
                <a:latin typeface="Economica"/>
                <a:ea typeface="Economica"/>
              </a:rPr>
              <a:t>MSX88 </a:t>
            </a:r>
            <a:r>
              <a:rPr b="0" lang="en" sz="2400" spc="-1" strike="noStrike">
                <a:solidFill>
                  <a:schemeClr val="dk1"/>
                </a:solidFill>
                <a:latin typeface="Economica"/>
                <a:ea typeface="Economica"/>
              </a:rPr>
              <a:t>simulator</a:t>
            </a:r>
            <a:endParaRPr b="0" lang="en-US" sz="2400" spc="-1" strike="noStrike">
              <a:solidFill>
                <a:srgbClr val="ffffff"/>
              </a:solidFill>
              <a:latin typeface="Arial"/>
            </a:endParaRPr>
          </a:p>
          <a:p>
            <a:pPr lvl="1" marL="914400" indent="-380880">
              <a:lnSpc>
                <a:spcPct val="100000"/>
              </a:lnSpc>
              <a:buClr>
                <a:srgbClr val="ffffff"/>
              </a:buClr>
              <a:buFont typeface="Economica"/>
              <a:buChar char="○"/>
            </a:pPr>
            <a:r>
              <a:rPr b="0" lang="en" sz="2400" spc="-1" strike="noStrike">
                <a:solidFill>
                  <a:schemeClr val="dk1"/>
                </a:solidFill>
                <a:latin typeface="Economica"/>
                <a:ea typeface="Economica"/>
              </a:rPr>
              <a:t>VonSim 1: 2017</a:t>
            </a:r>
            <a:endParaRPr b="0" lang="en-US" sz="2400" spc="-1" strike="noStrike">
              <a:solidFill>
                <a:srgbClr val="ffffff"/>
              </a:solidFill>
              <a:latin typeface="Arial"/>
            </a:endParaRPr>
          </a:p>
          <a:p>
            <a:pPr lvl="1" marL="914400" indent="-380880">
              <a:lnSpc>
                <a:spcPct val="100000"/>
              </a:lnSpc>
              <a:buClr>
                <a:srgbClr val="ffffff"/>
              </a:buClr>
              <a:buFont typeface="Economica"/>
              <a:buChar char="○"/>
            </a:pPr>
            <a:r>
              <a:rPr b="0" lang="en" sz="2400" spc="-1" strike="noStrike">
                <a:solidFill>
                  <a:schemeClr val="dk1"/>
                </a:solidFill>
                <a:latin typeface="Economica"/>
                <a:ea typeface="Economica"/>
              </a:rPr>
              <a:t>VonSim 2: 2023</a:t>
            </a:r>
            <a:endParaRPr b="0" lang="en-US" sz="2400" spc="-1" strike="noStrike">
              <a:solidFill>
                <a:srgbClr val="ffffff"/>
              </a:solidFill>
              <a:latin typeface="Arial"/>
            </a:endParaRPr>
          </a:p>
        </p:txBody>
      </p:sp>
      <p:grpSp>
        <p:nvGrpSpPr>
          <p:cNvPr id="38" name="Google Shape;50;p9"/>
          <p:cNvGrpSpPr/>
          <p:nvPr/>
        </p:nvGrpSpPr>
        <p:grpSpPr>
          <a:xfrm>
            <a:off x="4467600" y="919440"/>
            <a:ext cx="4592880" cy="3444480"/>
            <a:chOff x="4467600" y="919440"/>
            <a:chExt cx="4592880" cy="3444480"/>
          </a:xfrm>
        </p:grpSpPr>
        <p:pic>
          <p:nvPicPr>
            <p:cNvPr id="39" name="Google Shape;51;p9" descr=""/>
            <p:cNvPicPr/>
            <p:nvPr/>
          </p:nvPicPr>
          <p:blipFill>
            <a:blip r:embed="rId2"/>
            <a:stretch/>
          </p:blipFill>
          <p:spPr>
            <a:xfrm>
              <a:off x="4467600" y="919440"/>
              <a:ext cx="4592880" cy="3444480"/>
            </a:xfrm>
            <a:prstGeom prst="rect">
              <a:avLst/>
            </a:prstGeom>
            <a:ln w="0">
              <a:noFill/>
            </a:ln>
          </p:spPr>
        </p:pic>
        <p:sp>
          <p:nvSpPr>
            <p:cNvPr id="40" name="Google Shape;52;p9"/>
            <p:cNvSpPr/>
            <p:nvPr/>
          </p:nvSpPr>
          <p:spPr>
            <a:xfrm>
              <a:off x="6254640" y="2950560"/>
              <a:ext cx="1411560" cy="548280"/>
            </a:xfrm>
            <a:prstGeom prst="rect">
              <a:avLst/>
            </a:prstGeom>
            <a:noFill/>
            <a:ln w="0">
              <a:noFill/>
            </a:ln>
          </p:spPr>
          <p:style>
            <a:lnRef idx="0"/>
            <a:fillRef idx="0"/>
            <a:effectRef idx="0"/>
            <a:fontRef idx="minor"/>
          </p:style>
          <p:txBody>
            <a:bodyPr tIns="91440" bIns="91440" anchor="t">
              <a:spAutoFit/>
            </a:bodyPr>
            <a:p>
              <a:pPr>
                <a:lnSpc>
                  <a:spcPct val="100000"/>
                </a:lnSpc>
                <a:tabLst>
                  <a:tab algn="l" pos="0"/>
                </a:tabLst>
              </a:pPr>
              <a:r>
                <a:rPr b="1" lang="en" sz="2400" spc="-1" strike="noStrike">
                  <a:solidFill>
                    <a:schemeClr val="dk1"/>
                  </a:solidFill>
                  <a:latin typeface="Economica"/>
                  <a:ea typeface="Economica"/>
                </a:rPr>
                <a:t>MSX88</a:t>
              </a:r>
              <a:endParaRPr b="0" lang="en-US" sz="2400" spc="-1" strike="noStrike">
                <a:solidFill>
                  <a:srgbClr val="ffffff"/>
                </a:solidFill>
                <a:latin typeface="Arial"/>
              </a:endParaRPr>
            </a:p>
          </p:txBody>
        </p:sp>
      </p:grpSp>
      <p:pic>
        <p:nvPicPr>
          <p:cNvPr id="41" name="Google Shape;53;p9" descr=""/>
          <p:cNvPicPr/>
          <p:nvPr/>
        </p:nvPicPr>
        <p:blipFill>
          <a:blip r:embed="rId3"/>
          <a:stretch/>
        </p:blipFill>
        <p:spPr>
          <a:xfrm>
            <a:off x="65880" y="64080"/>
            <a:ext cx="855360" cy="855360"/>
          </a:xfrm>
          <a:prstGeom prst="rect">
            <a:avLst/>
          </a:prstGeom>
          <a:ln w="0">
            <a:noFill/>
          </a:ln>
        </p:spPr>
      </p:pic>
      <p:pic>
        <p:nvPicPr>
          <p:cNvPr id="42" name="Google Shape;54;p9" descr=""/>
          <p:cNvPicPr/>
          <p:nvPr/>
        </p:nvPicPr>
        <p:blipFill>
          <a:blip r:embed="rId4"/>
          <a:stretch/>
        </p:blipFill>
        <p:spPr>
          <a:xfrm>
            <a:off x="3461760" y="1207440"/>
            <a:ext cx="477000" cy="572400"/>
          </a:xfrm>
          <a:prstGeom prst="rect">
            <a:avLst/>
          </a:prstGeom>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 name="Google Shape;59;p10"/>
          <p:cNvSpPr/>
          <p:nvPr/>
        </p:nvSpPr>
        <p:spPr>
          <a:xfrm>
            <a:off x="128160" y="777600"/>
            <a:ext cx="4137120" cy="3474360"/>
          </a:xfrm>
          <a:prstGeom prst="rect">
            <a:avLst/>
          </a:prstGeom>
          <a:noFill/>
          <a:ln w="0">
            <a:noFill/>
          </a:ln>
        </p:spPr>
        <p:style>
          <a:lnRef idx="0"/>
          <a:fillRef idx="0"/>
          <a:effectRef idx="0"/>
          <a:fontRef idx="minor"/>
        </p:style>
        <p:txBody>
          <a:bodyPr tIns="91440" bIns="91440" anchor="t">
            <a:spAutoFit/>
          </a:bodyPr>
          <a:p>
            <a:pPr marL="457200" indent="-380880">
              <a:lnSpc>
                <a:spcPct val="100000"/>
              </a:lnSpc>
              <a:buClr>
                <a:srgbClr val="ffffff"/>
              </a:buClr>
              <a:buFont typeface="Economica"/>
              <a:buChar char="●"/>
            </a:pPr>
            <a:r>
              <a:rPr b="1" lang="en" sz="2400" spc="-1" strike="noStrike">
                <a:solidFill>
                  <a:schemeClr val="dk1"/>
                </a:solidFill>
                <a:latin typeface="Economica"/>
                <a:ea typeface="Economica"/>
              </a:rPr>
              <a:t>Web App</a:t>
            </a:r>
            <a:endParaRPr b="0" lang="en-US" sz="2400" spc="-1" strike="noStrike">
              <a:solidFill>
                <a:srgbClr val="ffffff"/>
              </a:solidFill>
              <a:latin typeface="Arial"/>
            </a:endParaRPr>
          </a:p>
          <a:p>
            <a:pPr marL="457200" indent="-380880">
              <a:lnSpc>
                <a:spcPct val="100000"/>
              </a:lnSpc>
              <a:buClr>
                <a:srgbClr val="ffffff"/>
              </a:buClr>
              <a:buFont typeface="Economica"/>
              <a:buChar char="●"/>
            </a:pPr>
            <a:r>
              <a:rPr b="1" lang="en" sz="2400" spc="-1" strike="noStrike">
                <a:solidFill>
                  <a:schemeClr val="dk1"/>
                </a:solidFill>
                <a:latin typeface="Economica"/>
                <a:ea typeface="Economica"/>
              </a:rPr>
              <a:t>IDE</a:t>
            </a:r>
            <a:endParaRPr b="0" lang="en-US" sz="2400" spc="-1" strike="noStrike">
              <a:solidFill>
                <a:srgbClr val="ffffff"/>
              </a:solidFill>
              <a:latin typeface="Arial"/>
            </a:endParaRPr>
          </a:p>
          <a:p>
            <a:pPr lvl="1" marL="914400" indent="-380880">
              <a:lnSpc>
                <a:spcPct val="100000"/>
              </a:lnSpc>
              <a:buClr>
                <a:srgbClr val="ffffff"/>
              </a:buClr>
              <a:buFont typeface="Economica"/>
              <a:buChar char="○"/>
            </a:pPr>
            <a:r>
              <a:rPr b="0" lang="en" sz="2400" spc="-1" strike="noStrike">
                <a:solidFill>
                  <a:schemeClr val="dk1"/>
                </a:solidFill>
                <a:latin typeface="Economica"/>
                <a:ea typeface="Economica"/>
              </a:rPr>
              <a:t>Compile &amp; Ex</a:t>
            </a:r>
            <a:endParaRPr b="0" lang="en-US" sz="2400" spc="-1" strike="noStrike">
              <a:solidFill>
                <a:srgbClr val="ffffff"/>
              </a:solidFill>
              <a:latin typeface="Arial"/>
            </a:endParaRPr>
          </a:p>
          <a:p>
            <a:pPr lvl="1" marL="914400" indent="-380880">
              <a:lnSpc>
                <a:spcPct val="100000"/>
              </a:lnSpc>
              <a:buClr>
                <a:srgbClr val="ffffff"/>
              </a:buClr>
              <a:buFont typeface="Economica"/>
              <a:buChar char="○"/>
            </a:pPr>
            <a:r>
              <a:rPr b="0" lang="en" sz="2400" spc="-1" strike="noStrike">
                <a:solidFill>
                  <a:schemeClr val="dk1"/>
                </a:solidFill>
                <a:latin typeface="Economica"/>
                <a:ea typeface="Economica"/>
              </a:rPr>
              <a:t>Debug</a:t>
            </a:r>
            <a:endParaRPr b="0" lang="en-US" sz="2400" spc="-1" strike="noStrike">
              <a:solidFill>
                <a:srgbClr val="ffffff"/>
              </a:solidFill>
              <a:latin typeface="Arial"/>
            </a:endParaRPr>
          </a:p>
          <a:p>
            <a:pPr lvl="1" marL="457200" indent="-380880">
              <a:lnSpc>
                <a:spcPct val="100000"/>
              </a:lnSpc>
              <a:buClr>
                <a:srgbClr val="ffffff"/>
              </a:buClr>
              <a:buFont typeface="Economica"/>
              <a:buChar char="○"/>
            </a:pPr>
            <a:r>
              <a:rPr b="1" lang="en" sz="2400" spc="-1" strike="noStrike">
                <a:solidFill>
                  <a:schemeClr val="dk1"/>
                </a:solidFill>
                <a:latin typeface="Economica"/>
                <a:ea typeface="Economica"/>
              </a:rPr>
              <a:t>Simplified </a:t>
            </a:r>
            <a:r>
              <a:rPr b="0" lang="en" sz="2400" spc="-1" strike="noStrike">
                <a:solidFill>
                  <a:schemeClr val="dk1"/>
                </a:solidFill>
                <a:latin typeface="Economica"/>
                <a:ea typeface="Economica"/>
              </a:rPr>
              <a:t>Architecture</a:t>
            </a:r>
            <a:endParaRPr b="0" lang="en-US" sz="2400" spc="-1" strike="noStrike">
              <a:solidFill>
                <a:srgbClr val="ffffff"/>
              </a:solidFill>
              <a:latin typeface="Arial"/>
            </a:endParaRPr>
          </a:p>
          <a:p>
            <a:pPr lvl="1" marL="457200" indent="-380880">
              <a:lnSpc>
                <a:spcPct val="100000"/>
              </a:lnSpc>
              <a:buClr>
                <a:srgbClr val="ffffff"/>
              </a:buClr>
              <a:buFont typeface="Economica"/>
              <a:buChar char="○"/>
            </a:pPr>
            <a:r>
              <a:rPr b="0" lang="en" sz="2400" spc="-1" strike="noStrike">
                <a:solidFill>
                  <a:schemeClr val="dk1"/>
                </a:solidFill>
                <a:latin typeface="Economica"/>
                <a:ea typeface="Economica"/>
              </a:rPr>
              <a:t>Component </a:t>
            </a:r>
            <a:r>
              <a:rPr b="1" lang="en" sz="2400" spc="-1" strike="noStrike">
                <a:solidFill>
                  <a:schemeClr val="dk1"/>
                </a:solidFill>
                <a:latin typeface="Economica"/>
                <a:ea typeface="Economica"/>
              </a:rPr>
              <a:t>Visualization</a:t>
            </a:r>
            <a:endParaRPr b="0" lang="en-US" sz="2400" spc="-1" strike="noStrike">
              <a:solidFill>
                <a:srgbClr val="ffffff"/>
              </a:solidFill>
              <a:latin typeface="Arial"/>
            </a:endParaRPr>
          </a:p>
          <a:p>
            <a:pPr lvl="2" marL="1371600" indent="-380880">
              <a:lnSpc>
                <a:spcPct val="100000"/>
              </a:lnSpc>
              <a:buClr>
                <a:srgbClr val="ffffff"/>
              </a:buClr>
              <a:buFont typeface="Economica"/>
              <a:buChar char="■"/>
            </a:pPr>
            <a:r>
              <a:rPr b="0" lang="en" sz="2400" spc="-1" strike="noStrike">
                <a:solidFill>
                  <a:schemeClr val="dk1"/>
                </a:solidFill>
                <a:latin typeface="Economica"/>
                <a:ea typeface="Economica"/>
              </a:rPr>
              <a:t>I/O Devices</a:t>
            </a:r>
            <a:endParaRPr b="0" lang="en-US" sz="2400" spc="-1" strike="noStrike">
              <a:solidFill>
                <a:srgbClr val="ffffff"/>
              </a:solidFill>
              <a:latin typeface="Arial"/>
            </a:endParaRPr>
          </a:p>
          <a:p>
            <a:pPr lvl="1" marL="457200" indent="-380880">
              <a:lnSpc>
                <a:spcPct val="100000"/>
              </a:lnSpc>
              <a:buClr>
                <a:srgbClr val="ffffff"/>
              </a:buClr>
              <a:buFont typeface="Economica"/>
              <a:buChar char="○"/>
            </a:pPr>
            <a:r>
              <a:rPr b="1" lang="en" sz="2400" spc="-1" strike="noStrike">
                <a:solidFill>
                  <a:schemeClr val="dk1"/>
                </a:solidFill>
                <a:latin typeface="Economica"/>
                <a:ea typeface="Economica"/>
              </a:rPr>
              <a:t>Integrated Examples</a:t>
            </a:r>
            <a:endParaRPr b="0" lang="en-US" sz="2400" spc="-1" strike="noStrike">
              <a:solidFill>
                <a:srgbClr val="ffffff"/>
              </a:solidFill>
              <a:latin typeface="Arial"/>
            </a:endParaRPr>
          </a:p>
          <a:p>
            <a:pPr lvl="1" marL="457200" indent="-380880">
              <a:lnSpc>
                <a:spcPct val="100000"/>
              </a:lnSpc>
              <a:buClr>
                <a:srgbClr val="ffffff"/>
              </a:buClr>
              <a:buFont typeface="Economica"/>
              <a:buChar char="○"/>
            </a:pPr>
            <a:r>
              <a:rPr b="1" lang="en" sz="2400" spc="-1" strike="noStrike">
                <a:solidFill>
                  <a:schemeClr val="dk1"/>
                </a:solidFill>
                <a:latin typeface="Economica"/>
                <a:ea typeface="Economica"/>
              </a:rPr>
              <a:t>Mobile/Tablet mode</a:t>
            </a:r>
            <a:endParaRPr b="0" lang="en-US" sz="2400" spc="-1" strike="noStrike">
              <a:solidFill>
                <a:srgbClr val="ffffff"/>
              </a:solidFill>
              <a:latin typeface="Arial"/>
            </a:endParaRPr>
          </a:p>
        </p:txBody>
      </p:sp>
      <p:pic>
        <p:nvPicPr>
          <p:cNvPr id="44" name="Google Shape;60;p10" descr=""/>
          <p:cNvPicPr/>
          <p:nvPr/>
        </p:nvPicPr>
        <p:blipFill>
          <a:blip r:embed="rId1"/>
          <a:stretch/>
        </p:blipFill>
        <p:spPr>
          <a:xfrm>
            <a:off x="2156400" y="918000"/>
            <a:ext cx="357480" cy="357480"/>
          </a:xfrm>
          <a:prstGeom prst="rect">
            <a:avLst/>
          </a:prstGeom>
          <a:ln w="0">
            <a:noFill/>
          </a:ln>
        </p:spPr>
      </p:pic>
      <p:pic>
        <p:nvPicPr>
          <p:cNvPr id="45" name="Google Shape;61;p10" descr=""/>
          <p:cNvPicPr/>
          <p:nvPr/>
        </p:nvPicPr>
        <p:blipFill>
          <a:blip r:embed="rId2"/>
          <a:stretch/>
        </p:blipFill>
        <p:spPr>
          <a:xfrm>
            <a:off x="2678040" y="3834720"/>
            <a:ext cx="357480" cy="357480"/>
          </a:xfrm>
          <a:prstGeom prst="rect">
            <a:avLst/>
          </a:prstGeom>
          <a:ln w="0">
            <a:noFill/>
          </a:ln>
        </p:spPr>
      </p:pic>
      <p:pic>
        <p:nvPicPr>
          <p:cNvPr id="46" name="Google Shape;62;p10" descr=""/>
          <p:cNvPicPr/>
          <p:nvPr/>
        </p:nvPicPr>
        <p:blipFill>
          <a:blip r:embed="rId3"/>
          <a:stretch/>
        </p:blipFill>
        <p:spPr>
          <a:xfrm>
            <a:off x="2579400" y="1539000"/>
            <a:ext cx="357480" cy="357480"/>
          </a:xfrm>
          <a:prstGeom prst="rect">
            <a:avLst/>
          </a:prstGeom>
          <a:ln w="0">
            <a:noFill/>
          </a:ln>
        </p:spPr>
      </p:pic>
      <p:sp>
        <p:nvSpPr>
          <p:cNvPr id="47" name="Google Shape;63;p10"/>
          <p:cNvSpPr/>
          <p:nvPr/>
        </p:nvSpPr>
        <p:spPr>
          <a:xfrm>
            <a:off x="5127480" y="111240"/>
            <a:ext cx="2999520" cy="548280"/>
          </a:xfrm>
          <a:prstGeom prst="rect">
            <a:avLst/>
          </a:prstGeom>
          <a:noFill/>
          <a:ln w="0">
            <a:noFill/>
          </a:ln>
        </p:spPr>
        <p:style>
          <a:lnRef idx="0"/>
          <a:fillRef idx="0"/>
          <a:effectRef idx="0"/>
          <a:fontRef idx="minor"/>
        </p:style>
        <p:txBody>
          <a:bodyPr tIns="91440" bIns="91440" anchor="t">
            <a:spAutoFit/>
          </a:bodyPr>
          <a:p>
            <a:pPr>
              <a:lnSpc>
                <a:spcPct val="100000"/>
              </a:lnSpc>
              <a:tabLst>
                <a:tab algn="l" pos="0"/>
              </a:tabLst>
            </a:pPr>
            <a:r>
              <a:rPr b="0" lang="en" sz="2400" spc="-1" strike="noStrike">
                <a:solidFill>
                  <a:schemeClr val="dk1"/>
                </a:solidFill>
                <a:latin typeface="Economica"/>
                <a:ea typeface="Economica"/>
              </a:rPr>
              <a:t>https://vonsim.github.io/</a:t>
            </a:r>
            <a:endParaRPr b="0" lang="en-US" sz="2400" spc="-1" strike="noStrike">
              <a:solidFill>
                <a:srgbClr val="ffffff"/>
              </a:solidFill>
              <a:latin typeface="Arial"/>
            </a:endParaRPr>
          </a:p>
        </p:txBody>
      </p:sp>
      <p:pic>
        <p:nvPicPr>
          <p:cNvPr id="48" name="Google Shape;64;p10" descr=""/>
          <p:cNvPicPr/>
          <p:nvPr/>
        </p:nvPicPr>
        <p:blipFill>
          <a:blip r:embed="rId4"/>
          <a:stretch/>
        </p:blipFill>
        <p:spPr>
          <a:xfrm>
            <a:off x="3779640" y="868680"/>
            <a:ext cx="4924080" cy="3882960"/>
          </a:xfrm>
          <a:prstGeom prst="rect">
            <a:avLst/>
          </a:prstGeom>
          <a:ln w="0">
            <a:noFill/>
          </a:ln>
        </p:spPr>
      </p:pic>
      <p:pic>
        <p:nvPicPr>
          <p:cNvPr id="49" name="Google Shape;65;p10" descr=""/>
          <p:cNvPicPr/>
          <p:nvPr/>
        </p:nvPicPr>
        <p:blipFill>
          <a:blip r:embed="rId5"/>
          <a:stretch/>
        </p:blipFill>
        <p:spPr>
          <a:xfrm>
            <a:off x="1257120" y="1233000"/>
            <a:ext cx="357480" cy="357480"/>
          </a:xfrm>
          <a:prstGeom prst="rect">
            <a:avLst/>
          </a:prstGeom>
          <a:ln w="0">
            <a:noFill/>
          </a:ln>
        </p:spPr>
      </p:pic>
      <p:pic>
        <p:nvPicPr>
          <p:cNvPr id="50" name="Google Shape;66;p10" descr=""/>
          <p:cNvPicPr/>
          <p:nvPr/>
        </p:nvPicPr>
        <p:blipFill>
          <a:blip r:embed="rId6"/>
          <a:stretch/>
        </p:blipFill>
        <p:spPr>
          <a:xfrm>
            <a:off x="3225240" y="2671920"/>
            <a:ext cx="412200" cy="412200"/>
          </a:xfrm>
          <a:prstGeom prst="rect">
            <a:avLst/>
          </a:prstGeom>
          <a:ln w="0">
            <a:noFill/>
          </a:ln>
        </p:spPr>
      </p:pic>
      <p:grpSp>
        <p:nvGrpSpPr>
          <p:cNvPr id="51" name="Google Shape;67;p10"/>
          <p:cNvGrpSpPr/>
          <p:nvPr/>
        </p:nvGrpSpPr>
        <p:grpSpPr>
          <a:xfrm>
            <a:off x="1877040" y="1952280"/>
            <a:ext cx="357480" cy="357480"/>
            <a:chOff x="1877040" y="1952280"/>
            <a:chExt cx="357480" cy="357480"/>
          </a:xfrm>
        </p:grpSpPr>
        <p:pic>
          <p:nvPicPr>
            <p:cNvPr id="52" name="Google Shape;68;p10" descr=""/>
            <p:cNvPicPr/>
            <p:nvPr/>
          </p:nvPicPr>
          <p:blipFill>
            <a:blip r:embed="rId7"/>
            <a:stretch/>
          </p:blipFill>
          <p:spPr>
            <a:xfrm>
              <a:off x="1877040" y="1952280"/>
              <a:ext cx="357480" cy="357480"/>
            </a:xfrm>
            <a:prstGeom prst="rect">
              <a:avLst/>
            </a:prstGeom>
            <a:ln w="0">
              <a:noFill/>
            </a:ln>
          </p:spPr>
        </p:pic>
        <p:pic>
          <p:nvPicPr>
            <p:cNvPr id="53" name="Google Shape;69;p10" descr=""/>
            <p:cNvPicPr/>
            <p:nvPr/>
          </p:nvPicPr>
          <p:blipFill>
            <a:blip r:embed="rId8"/>
            <a:stretch/>
          </p:blipFill>
          <p:spPr>
            <a:xfrm>
              <a:off x="2084040" y="2181960"/>
              <a:ext cx="87480" cy="87480"/>
            </a:xfrm>
            <a:prstGeom prst="rect">
              <a:avLst/>
            </a:prstGeom>
            <a:ln w="0">
              <a:noFill/>
            </a:ln>
          </p:spPr>
        </p:pic>
        <p:pic>
          <p:nvPicPr>
            <p:cNvPr id="54" name="Google Shape;70;p10" descr=""/>
            <p:cNvPicPr/>
            <p:nvPr/>
          </p:nvPicPr>
          <p:blipFill>
            <a:blip r:embed="rId9"/>
            <a:stretch/>
          </p:blipFill>
          <p:spPr>
            <a:xfrm>
              <a:off x="1931760" y="2106000"/>
              <a:ext cx="87480" cy="87480"/>
            </a:xfrm>
            <a:prstGeom prst="rect">
              <a:avLst/>
            </a:prstGeom>
            <a:ln w="0">
              <a:noFill/>
            </a:ln>
          </p:spPr>
        </p:pic>
        <p:pic>
          <p:nvPicPr>
            <p:cNvPr id="55" name="Google Shape;71;p10" descr=""/>
            <p:cNvPicPr/>
            <p:nvPr/>
          </p:nvPicPr>
          <p:blipFill>
            <a:blip r:embed="rId10"/>
            <a:stretch/>
          </p:blipFill>
          <p:spPr>
            <a:xfrm>
              <a:off x="2074680" y="2029680"/>
              <a:ext cx="87480" cy="87480"/>
            </a:xfrm>
            <a:prstGeom prst="rect">
              <a:avLst/>
            </a:prstGeom>
            <a:ln w="0">
              <a:noFill/>
            </a:ln>
          </p:spPr>
        </p:pic>
      </p:grpSp>
      <p:pic>
        <p:nvPicPr>
          <p:cNvPr id="56" name="Google Shape;72;p10" descr=""/>
          <p:cNvPicPr/>
          <p:nvPr/>
        </p:nvPicPr>
        <p:blipFill>
          <a:blip r:embed="rId11"/>
          <a:stretch/>
        </p:blipFill>
        <p:spPr>
          <a:xfrm>
            <a:off x="2945880" y="2259000"/>
            <a:ext cx="412200" cy="412200"/>
          </a:xfrm>
          <a:prstGeom prst="rect">
            <a:avLst/>
          </a:prstGeom>
          <a:ln w="0">
            <a:noFill/>
          </a:ln>
        </p:spPr>
      </p:pic>
      <p:pic>
        <p:nvPicPr>
          <p:cNvPr id="57" name="Google Shape;73;p10" descr=""/>
          <p:cNvPicPr/>
          <p:nvPr/>
        </p:nvPicPr>
        <p:blipFill>
          <a:blip r:embed="rId12"/>
          <a:stretch/>
        </p:blipFill>
        <p:spPr>
          <a:xfrm>
            <a:off x="2725200" y="3007080"/>
            <a:ext cx="357480" cy="357480"/>
          </a:xfrm>
          <a:prstGeom prst="rect">
            <a:avLst/>
          </a:prstGeom>
          <a:ln w="0">
            <a:noFill/>
          </a:ln>
        </p:spPr>
      </p:pic>
      <p:pic>
        <p:nvPicPr>
          <p:cNvPr id="58" name="Google Shape;74;p10" descr=""/>
          <p:cNvPicPr/>
          <p:nvPr/>
        </p:nvPicPr>
        <p:blipFill>
          <a:blip r:embed="rId13"/>
          <a:stretch/>
        </p:blipFill>
        <p:spPr>
          <a:xfrm>
            <a:off x="3249720" y="3098880"/>
            <a:ext cx="412200" cy="412200"/>
          </a:xfrm>
          <a:prstGeom prst="rect">
            <a:avLst/>
          </a:prstGeom>
          <a:ln w="0">
            <a:noFill/>
          </a:ln>
        </p:spPr>
      </p:pic>
      <p:pic>
        <p:nvPicPr>
          <p:cNvPr id="59" name="Google Shape;75;p10" descr=""/>
          <p:cNvPicPr/>
          <p:nvPr/>
        </p:nvPicPr>
        <p:blipFill>
          <a:blip r:embed="rId14"/>
          <a:stretch/>
        </p:blipFill>
        <p:spPr>
          <a:xfrm>
            <a:off x="2774160" y="3392280"/>
            <a:ext cx="357480" cy="357480"/>
          </a:xfrm>
          <a:prstGeom prst="rect">
            <a:avLst/>
          </a:prstGeom>
          <a:ln w="0">
            <a:noFill/>
          </a:ln>
        </p:spPr>
      </p:pic>
      <p:pic>
        <p:nvPicPr>
          <p:cNvPr id="60" name="Google Shape;76;p10" descr=""/>
          <p:cNvPicPr/>
          <p:nvPr/>
        </p:nvPicPr>
        <p:blipFill>
          <a:blip r:embed="rId15"/>
          <a:stretch/>
        </p:blipFill>
        <p:spPr>
          <a:xfrm>
            <a:off x="231840" y="183240"/>
            <a:ext cx="1765080" cy="553680"/>
          </a:xfrm>
          <a:prstGeom prst="rect">
            <a:avLst/>
          </a:prstGeom>
          <a:ln w="0">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 name="PlaceHolder 1"/>
          <p:cNvSpPr>
            <a:spLocks noGrp="1"/>
          </p:cNvSpPr>
          <p:nvPr>
            <p:ph type="title"/>
          </p:nvPr>
        </p:nvSpPr>
        <p:spPr>
          <a:xfrm>
            <a:off x="771120" y="-23760"/>
            <a:ext cx="8520120" cy="572400"/>
          </a:xfrm>
          <a:prstGeom prst="rect">
            <a:avLst/>
          </a:prstGeom>
          <a:noFill/>
          <a:ln w="0">
            <a:noFill/>
          </a:ln>
        </p:spPr>
        <p:txBody>
          <a:bodyPr lIns="91440" rIns="91440" tIns="91440" bIns="91440" anchor="t">
            <a:normAutofit fontScale="65255"/>
          </a:bodyPr>
          <a:p>
            <a:pPr indent="0">
              <a:lnSpc>
                <a:spcPct val="100000"/>
              </a:lnSpc>
              <a:buNone/>
              <a:tabLst>
                <a:tab algn="l" pos="0"/>
              </a:tabLst>
            </a:pPr>
            <a:r>
              <a:rPr b="0" lang="en" sz="4000" spc="-1" strike="noStrike">
                <a:solidFill>
                  <a:schemeClr val="dk1"/>
                </a:solidFill>
                <a:latin typeface="Economica"/>
                <a:ea typeface="Economica"/>
              </a:rPr>
              <a:t>IDE</a:t>
            </a:r>
            <a:endParaRPr b="0" lang="en-US" sz="4000" spc="-1" strike="noStrike">
              <a:solidFill>
                <a:srgbClr val="000000"/>
              </a:solidFill>
              <a:latin typeface="Arial"/>
            </a:endParaRPr>
          </a:p>
        </p:txBody>
      </p:sp>
      <p:pic>
        <p:nvPicPr>
          <p:cNvPr id="62" name="Google Shape;82;p11" descr=""/>
          <p:cNvPicPr/>
          <p:nvPr/>
        </p:nvPicPr>
        <p:blipFill>
          <a:blip r:embed="rId1"/>
          <a:stretch/>
        </p:blipFill>
        <p:spPr>
          <a:xfrm>
            <a:off x="20160" y="-23760"/>
            <a:ext cx="762840" cy="762840"/>
          </a:xfrm>
          <a:prstGeom prst="rect">
            <a:avLst/>
          </a:prstGeom>
          <a:ln w="0">
            <a:noFill/>
          </a:ln>
        </p:spPr>
      </p:pic>
      <p:sp>
        <p:nvSpPr>
          <p:cNvPr id="63" name="Google Shape;83;p11"/>
          <p:cNvSpPr/>
          <p:nvPr/>
        </p:nvSpPr>
        <p:spPr>
          <a:xfrm>
            <a:off x="324360" y="1611000"/>
            <a:ext cx="3699720" cy="2011320"/>
          </a:xfrm>
          <a:prstGeom prst="rect">
            <a:avLst/>
          </a:prstGeom>
          <a:noFill/>
          <a:ln w="0">
            <a:noFill/>
          </a:ln>
        </p:spPr>
        <p:style>
          <a:lnRef idx="0"/>
          <a:fillRef idx="0"/>
          <a:effectRef idx="0"/>
          <a:fontRef idx="minor"/>
        </p:style>
        <p:txBody>
          <a:bodyPr tIns="91440" bIns="91440" anchor="t">
            <a:spAutoFit/>
          </a:bodyPr>
          <a:p>
            <a:pPr marL="457200" indent="-380880">
              <a:lnSpc>
                <a:spcPct val="100000"/>
              </a:lnSpc>
              <a:buClr>
                <a:srgbClr val="ffffff"/>
              </a:buClr>
              <a:buFont typeface="Economica"/>
              <a:buChar char="●"/>
            </a:pPr>
            <a:r>
              <a:rPr b="0" lang="en" sz="2400" spc="-1" strike="noStrike">
                <a:solidFill>
                  <a:schemeClr val="dk1"/>
                </a:solidFill>
                <a:latin typeface="Economica"/>
                <a:ea typeface="Economica"/>
              </a:rPr>
              <a:t>Syntax Coloring</a:t>
            </a:r>
            <a:endParaRPr b="0" lang="en-US" sz="2400" spc="-1" strike="noStrike">
              <a:solidFill>
                <a:srgbClr val="ffffff"/>
              </a:solidFill>
              <a:latin typeface="Arial"/>
            </a:endParaRPr>
          </a:p>
          <a:p>
            <a:pPr marL="457200" indent="-380880">
              <a:lnSpc>
                <a:spcPct val="100000"/>
              </a:lnSpc>
              <a:buClr>
                <a:srgbClr val="ffffff"/>
              </a:buClr>
              <a:buFont typeface="Economica"/>
              <a:buChar char="●"/>
            </a:pPr>
            <a:r>
              <a:rPr b="0" lang="en" sz="2400" spc="-1" strike="noStrike">
                <a:solidFill>
                  <a:schemeClr val="dk1"/>
                </a:solidFill>
                <a:latin typeface="Economica"/>
                <a:ea typeface="Economica"/>
              </a:rPr>
              <a:t>Continuous compilation</a:t>
            </a:r>
            <a:endParaRPr b="0" lang="en-US" sz="2400" spc="-1" strike="noStrike">
              <a:solidFill>
                <a:srgbClr val="ffffff"/>
              </a:solidFill>
              <a:latin typeface="Arial"/>
            </a:endParaRPr>
          </a:p>
          <a:p>
            <a:pPr marL="457200" indent="-380880">
              <a:lnSpc>
                <a:spcPct val="100000"/>
              </a:lnSpc>
              <a:buClr>
                <a:srgbClr val="ffffff"/>
              </a:buClr>
              <a:buFont typeface="Economica"/>
              <a:buChar char="●"/>
            </a:pPr>
            <a:r>
              <a:rPr b="0" lang="en" sz="2400" spc="-1" strike="noStrike">
                <a:solidFill>
                  <a:schemeClr val="dk1"/>
                </a:solidFill>
                <a:latin typeface="Economica"/>
                <a:ea typeface="Economica"/>
              </a:rPr>
              <a:t>Detailed error messages with visual feedback</a:t>
            </a:r>
            <a:endParaRPr b="0" lang="en-US" sz="2400" spc="-1" strike="noStrike">
              <a:solidFill>
                <a:srgbClr val="ffffff"/>
              </a:solidFill>
              <a:latin typeface="Arial"/>
            </a:endParaRPr>
          </a:p>
          <a:p>
            <a:pPr>
              <a:lnSpc>
                <a:spcPct val="100000"/>
              </a:lnSpc>
              <a:tabLst>
                <a:tab algn="l" pos="0"/>
              </a:tabLst>
            </a:pPr>
            <a:endParaRPr b="0" lang="en-US" sz="2400" spc="-1" strike="noStrike">
              <a:solidFill>
                <a:srgbClr val="ffffff"/>
              </a:solidFill>
              <a:latin typeface="Arial"/>
            </a:endParaRPr>
          </a:p>
        </p:txBody>
      </p:sp>
      <p:pic>
        <p:nvPicPr>
          <p:cNvPr id="64" name="Google Shape;84;p11" descr=""/>
          <p:cNvPicPr/>
          <p:nvPr/>
        </p:nvPicPr>
        <p:blipFill>
          <a:blip r:embed="rId2"/>
          <a:stretch/>
        </p:blipFill>
        <p:spPr>
          <a:xfrm>
            <a:off x="4104360" y="1259280"/>
            <a:ext cx="4445640" cy="2734920"/>
          </a:xfrm>
          <a:prstGeom prst="rect">
            <a:avLst/>
          </a:prstGeom>
          <a:ln w="0">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5" name="Google Shape;89;p12" descr=""/>
          <p:cNvPicPr/>
          <p:nvPr/>
        </p:nvPicPr>
        <p:blipFill>
          <a:blip r:embed="rId1"/>
          <a:stretch/>
        </p:blipFill>
        <p:spPr>
          <a:xfrm>
            <a:off x="2826000" y="1914120"/>
            <a:ext cx="6208920" cy="3049920"/>
          </a:xfrm>
          <a:prstGeom prst="rect">
            <a:avLst/>
          </a:prstGeom>
          <a:ln w="0">
            <a:noFill/>
          </a:ln>
        </p:spPr>
      </p:pic>
      <p:sp>
        <p:nvSpPr>
          <p:cNvPr id="66" name="PlaceHolder 1"/>
          <p:cNvSpPr>
            <a:spLocks noGrp="1"/>
          </p:cNvSpPr>
          <p:nvPr>
            <p:ph type="title"/>
          </p:nvPr>
        </p:nvSpPr>
        <p:spPr>
          <a:xfrm>
            <a:off x="694800" y="52200"/>
            <a:ext cx="8520120" cy="572400"/>
          </a:xfrm>
          <a:prstGeom prst="rect">
            <a:avLst/>
          </a:prstGeom>
          <a:noFill/>
          <a:ln w="0">
            <a:noFill/>
          </a:ln>
        </p:spPr>
        <p:txBody>
          <a:bodyPr lIns="91440" rIns="91440" tIns="91440" bIns="91440" anchor="t">
            <a:normAutofit fontScale="65255"/>
          </a:bodyPr>
          <a:p>
            <a:pPr indent="0">
              <a:lnSpc>
                <a:spcPct val="100000"/>
              </a:lnSpc>
              <a:buNone/>
              <a:tabLst>
                <a:tab algn="l" pos="0"/>
              </a:tabLst>
            </a:pPr>
            <a:r>
              <a:rPr b="0" lang="en" sz="4000" spc="-1" strike="noStrike">
                <a:solidFill>
                  <a:schemeClr val="dk1"/>
                </a:solidFill>
                <a:latin typeface="Economica"/>
                <a:ea typeface="Economica"/>
              </a:rPr>
              <a:t>CPU/Memory</a:t>
            </a:r>
            <a:endParaRPr b="0" lang="en-US" sz="4000" spc="-1" strike="noStrike">
              <a:solidFill>
                <a:srgbClr val="000000"/>
              </a:solidFill>
              <a:latin typeface="Arial"/>
            </a:endParaRPr>
          </a:p>
        </p:txBody>
      </p:sp>
      <p:pic>
        <p:nvPicPr>
          <p:cNvPr id="67" name="Google Shape;91;p12" descr=""/>
          <p:cNvPicPr/>
          <p:nvPr/>
        </p:nvPicPr>
        <p:blipFill>
          <a:blip r:embed="rId2"/>
          <a:stretch/>
        </p:blipFill>
        <p:spPr>
          <a:xfrm>
            <a:off x="156960" y="87120"/>
            <a:ext cx="572400" cy="572400"/>
          </a:xfrm>
          <a:prstGeom prst="rect">
            <a:avLst/>
          </a:prstGeom>
          <a:ln w="0">
            <a:noFill/>
          </a:ln>
        </p:spPr>
      </p:pic>
      <p:sp>
        <p:nvSpPr>
          <p:cNvPr id="68" name="Google Shape;92;p12"/>
          <p:cNvSpPr/>
          <p:nvPr/>
        </p:nvSpPr>
        <p:spPr>
          <a:xfrm>
            <a:off x="61200" y="849240"/>
            <a:ext cx="6822000" cy="2742840"/>
          </a:xfrm>
          <a:prstGeom prst="rect">
            <a:avLst/>
          </a:prstGeom>
          <a:noFill/>
          <a:ln w="0">
            <a:noFill/>
          </a:ln>
        </p:spPr>
        <p:style>
          <a:lnRef idx="0"/>
          <a:fillRef idx="0"/>
          <a:effectRef idx="0"/>
          <a:fontRef idx="minor"/>
        </p:style>
        <p:txBody>
          <a:bodyPr tIns="91440" bIns="91440" anchor="t">
            <a:spAutoFit/>
          </a:bodyPr>
          <a:p>
            <a:pPr marL="457200" indent="-380880">
              <a:lnSpc>
                <a:spcPct val="100000"/>
              </a:lnSpc>
              <a:buClr>
                <a:srgbClr val="ffffff"/>
              </a:buClr>
              <a:buFont typeface="Economica"/>
              <a:buChar char="●"/>
            </a:pPr>
            <a:r>
              <a:rPr b="0" lang="en" sz="2400" spc="-1" strike="noStrike">
                <a:solidFill>
                  <a:schemeClr val="dk1"/>
                </a:solidFill>
                <a:latin typeface="Economica"/>
                <a:ea typeface="Economica"/>
              </a:rPr>
              <a:t>8 half registers - 8 bits each: AL, AH, BL, BH, Cl, CH, DL, DH</a:t>
            </a:r>
            <a:endParaRPr b="0" lang="en-US" sz="2400" spc="-1" strike="noStrike">
              <a:solidFill>
                <a:srgbClr val="ffffff"/>
              </a:solidFill>
              <a:latin typeface="Arial"/>
            </a:endParaRPr>
          </a:p>
          <a:p>
            <a:pPr lvl="1" marL="914400" indent="-380880">
              <a:lnSpc>
                <a:spcPct val="100000"/>
              </a:lnSpc>
              <a:buClr>
                <a:srgbClr val="ffffff"/>
              </a:buClr>
              <a:buFont typeface="Economica"/>
              <a:buChar char="○"/>
            </a:pPr>
            <a:r>
              <a:rPr b="0" lang="en" sz="2400" spc="-1" strike="noStrike">
                <a:solidFill>
                  <a:schemeClr val="dk1"/>
                </a:solidFill>
                <a:latin typeface="Economica"/>
                <a:ea typeface="Economica"/>
              </a:rPr>
              <a:t>Can be addressed as 4 16-bit registers: AX, BX, CX, DX</a:t>
            </a:r>
            <a:endParaRPr b="0" lang="en-US" sz="2400" spc="-1" strike="noStrike">
              <a:solidFill>
                <a:srgbClr val="ffffff"/>
              </a:solidFill>
              <a:latin typeface="Arial"/>
            </a:endParaRPr>
          </a:p>
          <a:p>
            <a:pPr lvl="1" marL="914400" indent="-380880">
              <a:lnSpc>
                <a:spcPct val="100000"/>
              </a:lnSpc>
              <a:buClr>
                <a:srgbClr val="ffffff"/>
              </a:buClr>
              <a:buFont typeface="Economica"/>
              <a:buChar char="○"/>
            </a:pPr>
            <a:r>
              <a:rPr b="0" lang="en" sz="2400" spc="-1" strike="noStrike">
                <a:solidFill>
                  <a:schemeClr val="dk1"/>
                </a:solidFill>
                <a:latin typeface="Economica"/>
                <a:ea typeface="Economica"/>
              </a:rPr>
              <a:t>Low/high parts</a:t>
            </a:r>
            <a:endParaRPr b="0" lang="en-US" sz="2400" spc="-1" strike="noStrike">
              <a:solidFill>
                <a:srgbClr val="ffffff"/>
              </a:solidFill>
              <a:latin typeface="Arial"/>
            </a:endParaRPr>
          </a:p>
          <a:p>
            <a:pPr marL="457200" indent="-380880">
              <a:lnSpc>
                <a:spcPct val="100000"/>
              </a:lnSpc>
              <a:buClr>
                <a:srgbClr val="ffffff"/>
              </a:buClr>
              <a:buFont typeface="Economica"/>
              <a:buChar char="●"/>
            </a:pPr>
            <a:r>
              <a:rPr b="0" lang="en" sz="2400" spc="-1" strike="noStrike">
                <a:solidFill>
                  <a:schemeClr val="dk1"/>
                </a:solidFill>
                <a:latin typeface="Economica"/>
                <a:ea typeface="Economica"/>
              </a:rPr>
              <a:t>Especial state registers</a:t>
            </a:r>
            <a:endParaRPr b="0" lang="en-US" sz="2400" spc="-1" strike="noStrike">
              <a:solidFill>
                <a:srgbClr val="ffffff"/>
              </a:solidFill>
              <a:latin typeface="Arial"/>
            </a:endParaRPr>
          </a:p>
          <a:p>
            <a:pPr marL="457200" indent="-380880">
              <a:lnSpc>
                <a:spcPct val="100000"/>
              </a:lnSpc>
              <a:buClr>
                <a:srgbClr val="ffffff"/>
              </a:buClr>
              <a:buFont typeface="Economica"/>
              <a:buChar char="●"/>
            </a:pPr>
            <a:r>
              <a:rPr b="0" lang="en" sz="2400" spc="-1" strike="noStrike">
                <a:solidFill>
                  <a:schemeClr val="dk1"/>
                </a:solidFill>
                <a:latin typeface="Economica"/>
                <a:ea typeface="Economica"/>
              </a:rPr>
              <a:t>ALU</a:t>
            </a:r>
            <a:endParaRPr b="0" lang="en-US" sz="2400" spc="-1" strike="noStrike">
              <a:solidFill>
                <a:srgbClr val="ffffff"/>
              </a:solidFill>
              <a:latin typeface="Arial"/>
            </a:endParaRPr>
          </a:p>
          <a:p>
            <a:pPr marL="457200" indent="-380880">
              <a:lnSpc>
                <a:spcPct val="100000"/>
              </a:lnSpc>
              <a:buClr>
                <a:srgbClr val="ffffff"/>
              </a:buClr>
              <a:buFont typeface="Economica"/>
              <a:buChar char="●"/>
            </a:pPr>
            <a:r>
              <a:rPr b="0" lang="en" sz="2400" spc="-1" strike="noStrike">
                <a:solidFill>
                  <a:schemeClr val="dk1"/>
                </a:solidFill>
                <a:latin typeface="Economica"/>
                <a:ea typeface="Economica"/>
              </a:rPr>
              <a:t>Memory: 16838 bytes</a:t>
            </a:r>
            <a:endParaRPr b="0" lang="en-US" sz="2400" spc="-1" strike="noStrike">
              <a:solidFill>
                <a:srgbClr val="ffffff"/>
              </a:solidFill>
              <a:latin typeface="Arial"/>
            </a:endParaRPr>
          </a:p>
          <a:p>
            <a:pPr lvl="1" marL="914400" indent="-380880">
              <a:lnSpc>
                <a:spcPct val="100000"/>
              </a:lnSpc>
              <a:buClr>
                <a:srgbClr val="ffffff"/>
              </a:buClr>
              <a:buFont typeface="Economica"/>
              <a:buChar char="○"/>
            </a:pPr>
            <a:r>
              <a:rPr b="0" lang="en" sz="2400" spc="-1" strike="noStrike">
                <a:solidFill>
                  <a:schemeClr val="dk1"/>
                </a:solidFill>
                <a:latin typeface="Economica"/>
                <a:ea typeface="Economica"/>
              </a:rPr>
              <a:t>16 bit addresses</a:t>
            </a:r>
            <a:endParaRPr b="0" lang="en-US" sz="24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 name="PlaceHolder 1"/>
          <p:cNvSpPr>
            <a:spLocks noGrp="1"/>
          </p:cNvSpPr>
          <p:nvPr>
            <p:ph type="title"/>
          </p:nvPr>
        </p:nvSpPr>
        <p:spPr>
          <a:xfrm>
            <a:off x="921240" y="118800"/>
            <a:ext cx="8520120" cy="572400"/>
          </a:xfrm>
          <a:prstGeom prst="rect">
            <a:avLst/>
          </a:prstGeom>
          <a:noFill/>
          <a:ln w="0">
            <a:noFill/>
          </a:ln>
        </p:spPr>
        <p:txBody>
          <a:bodyPr lIns="91440" rIns="91440" tIns="91440" bIns="91440" anchor="t">
            <a:normAutofit fontScale="65255"/>
          </a:bodyPr>
          <a:p>
            <a:pPr indent="0">
              <a:lnSpc>
                <a:spcPct val="100000"/>
              </a:lnSpc>
              <a:buNone/>
              <a:tabLst>
                <a:tab algn="l" pos="0"/>
              </a:tabLst>
            </a:pPr>
            <a:r>
              <a:rPr b="0" lang="en" sz="4000" spc="-1" strike="noStrike">
                <a:solidFill>
                  <a:schemeClr val="dk1"/>
                </a:solidFill>
                <a:latin typeface="Economica"/>
                <a:ea typeface="Economica"/>
              </a:rPr>
              <a:t>Simplified 8088 Assembly</a:t>
            </a:r>
            <a:endParaRPr b="0" lang="en-US" sz="4000" spc="-1" strike="noStrike">
              <a:solidFill>
                <a:srgbClr val="000000"/>
              </a:solidFill>
              <a:latin typeface="Arial"/>
            </a:endParaRPr>
          </a:p>
          <a:p>
            <a:pPr indent="0">
              <a:lnSpc>
                <a:spcPct val="100000"/>
              </a:lnSpc>
              <a:buNone/>
              <a:tabLst>
                <a:tab algn="l" pos="0"/>
              </a:tabLst>
            </a:pPr>
            <a:endParaRPr b="0" lang="en-US" sz="4000" spc="-1" strike="noStrike">
              <a:solidFill>
                <a:srgbClr val="000000"/>
              </a:solidFill>
              <a:latin typeface="Arial"/>
            </a:endParaRPr>
          </a:p>
        </p:txBody>
      </p:sp>
      <p:sp>
        <p:nvSpPr>
          <p:cNvPr id="70" name="Google Shape;98;p13"/>
          <p:cNvSpPr/>
          <p:nvPr/>
        </p:nvSpPr>
        <p:spPr>
          <a:xfrm>
            <a:off x="355680" y="930240"/>
            <a:ext cx="4006440" cy="4205880"/>
          </a:xfrm>
          <a:prstGeom prst="rect">
            <a:avLst/>
          </a:prstGeom>
          <a:noFill/>
          <a:ln w="0">
            <a:noFill/>
          </a:ln>
        </p:spPr>
        <p:style>
          <a:lnRef idx="0"/>
          <a:fillRef idx="0"/>
          <a:effectRef idx="0"/>
          <a:fontRef idx="minor"/>
        </p:style>
        <p:txBody>
          <a:bodyPr tIns="91440" bIns="91440" anchor="t">
            <a:spAutoFit/>
          </a:bodyPr>
          <a:p>
            <a:pPr marL="457200" indent="-380880">
              <a:lnSpc>
                <a:spcPct val="100000"/>
              </a:lnSpc>
              <a:buClr>
                <a:srgbClr val="ffffff"/>
              </a:buClr>
              <a:buFont typeface="Economica"/>
              <a:buChar char="●"/>
            </a:pPr>
            <a:r>
              <a:rPr b="1" lang="en" sz="2400" spc="-1" strike="noStrike">
                <a:solidFill>
                  <a:schemeClr val="dk1"/>
                </a:solidFill>
                <a:latin typeface="Economica"/>
                <a:ea typeface="Economica"/>
              </a:rPr>
              <a:t>ORG &lt;ADDRESS&gt;</a:t>
            </a:r>
            <a:endParaRPr b="0" lang="en-US" sz="2400" spc="-1" strike="noStrike">
              <a:solidFill>
                <a:srgbClr val="ffffff"/>
              </a:solidFill>
              <a:latin typeface="Arial"/>
            </a:endParaRPr>
          </a:p>
          <a:p>
            <a:pPr lvl="1" marL="914400" indent="-380880">
              <a:lnSpc>
                <a:spcPct val="100000"/>
              </a:lnSpc>
              <a:buClr>
                <a:srgbClr val="ffffff"/>
              </a:buClr>
              <a:buFont typeface="Economica"/>
              <a:buChar char="○"/>
            </a:pPr>
            <a:r>
              <a:rPr b="0" lang="en" sz="2400" spc="-1" strike="noStrike">
                <a:solidFill>
                  <a:schemeClr val="dk1"/>
                </a:solidFill>
                <a:latin typeface="Economica"/>
                <a:ea typeface="Economica"/>
              </a:rPr>
              <a:t>Explicit starting address for code/data</a:t>
            </a:r>
            <a:endParaRPr b="0" lang="en-US" sz="2400" spc="-1" strike="noStrike">
              <a:solidFill>
                <a:srgbClr val="ffffff"/>
              </a:solidFill>
              <a:latin typeface="Arial"/>
            </a:endParaRPr>
          </a:p>
          <a:p>
            <a:pPr marL="457200" indent="-380880">
              <a:lnSpc>
                <a:spcPct val="100000"/>
              </a:lnSpc>
              <a:buClr>
                <a:srgbClr val="ffffff"/>
              </a:buClr>
              <a:buFont typeface="Economica"/>
              <a:buChar char="●"/>
            </a:pPr>
            <a:r>
              <a:rPr b="1" lang="en" sz="2400" spc="-1" strike="noStrike">
                <a:solidFill>
                  <a:schemeClr val="dk1"/>
                </a:solidFill>
                <a:latin typeface="Economica"/>
                <a:ea typeface="Economica"/>
              </a:rPr>
              <a:t>END </a:t>
            </a:r>
            <a:endParaRPr b="0" lang="en-US" sz="2400" spc="-1" strike="noStrike">
              <a:solidFill>
                <a:srgbClr val="ffffff"/>
              </a:solidFill>
              <a:latin typeface="Arial"/>
            </a:endParaRPr>
          </a:p>
          <a:p>
            <a:pPr marL="457200" indent="-380880">
              <a:lnSpc>
                <a:spcPct val="100000"/>
              </a:lnSpc>
              <a:buClr>
                <a:srgbClr val="ffffff"/>
              </a:buClr>
              <a:buFont typeface="Economica"/>
              <a:buChar char="●"/>
            </a:pPr>
            <a:r>
              <a:rPr b="1" lang="en" sz="2400" spc="-1" strike="noStrike">
                <a:solidFill>
                  <a:schemeClr val="dk1"/>
                </a:solidFill>
                <a:latin typeface="Economica"/>
                <a:ea typeface="Economica"/>
              </a:rPr>
              <a:t>MOV dest, source</a:t>
            </a:r>
            <a:endParaRPr b="0" lang="en-US" sz="2400" spc="-1" strike="noStrike">
              <a:solidFill>
                <a:srgbClr val="ffffff"/>
              </a:solidFill>
              <a:latin typeface="Arial"/>
            </a:endParaRPr>
          </a:p>
          <a:p>
            <a:pPr lvl="1" marL="914400" indent="-380880">
              <a:lnSpc>
                <a:spcPct val="100000"/>
              </a:lnSpc>
              <a:buClr>
                <a:srgbClr val="ffffff"/>
              </a:buClr>
              <a:buFont typeface="Economica"/>
              <a:buChar char="○"/>
            </a:pPr>
            <a:r>
              <a:rPr b="0" lang="en" sz="2400" spc="-1" strike="noStrike">
                <a:solidFill>
                  <a:schemeClr val="dk1"/>
                </a:solidFill>
                <a:latin typeface="Economica"/>
                <a:ea typeface="Economica"/>
              </a:rPr>
              <a:t>Data transfers</a:t>
            </a:r>
            <a:endParaRPr b="0" lang="en-US" sz="2400" spc="-1" strike="noStrike">
              <a:solidFill>
                <a:srgbClr val="ffffff"/>
              </a:solidFill>
              <a:latin typeface="Arial"/>
            </a:endParaRPr>
          </a:p>
          <a:p>
            <a:pPr marL="457200" indent="-380880">
              <a:lnSpc>
                <a:spcPct val="100000"/>
              </a:lnSpc>
              <a:buClr>
                <a:srgbClr val="ffffff"/>
              </a:buClr>
              <a:buFont typeface="Economica"/>
              <a:buChar char="●"/>
            </a:pPr>
            <a:r>
              <a:rPr b="1" lang="en" sz="2400" spc="-1" strike="noStrike">
                <a:solidFill>
                  <a:schemeClr val="dk1"/>
                </a:solidFill>
                <a:latin typeface="Economica"/>
                <a:ea typeface="Economica"/>
              </a:rPr>
              <a:t>OP dest[, source]</a:t>
            </a:r>
            <a:r>
              <a:rPr b="0" lang="en" sz="2400" spc="-1" strike="noStrike">
                <a:solidFill>
                  <a:schemeClr val="dk1"/>
                </a:solidFill>
                <a:latin typeface="Economica"/>
                <a:ea typeface="Economica"/>
              </a:rPr>
              <a:t> </a:t>
            </a:r>
            <a:endParaRPr b="0" lang="en-US" sz="2400" spc="-1" strike="noStrike">
              <a:solidFill>
                <a:srgbClr val="ffffff"/>
              </a:solidFill>
              <a:latin typeface="Arial"/>
            </a:endParaRPr>
          </a:p>
          <a:p>
            <a:pPr lvl="1" marL="914400" indent="-380880">
              <a:lnSpc>
                <a:spcPct val="100000"/>
              </a:lnSpc>
              <a:buClr>
                <a:srgbClr val="ffffff"/>
              </a:buClr>
              <a:buFont typeface="Economica"/>
              <a:buChar char="○"/>
            </a:pPr>
            <a:r>
              <a:rPr b="0" lang="en" sz="2400" spc="-1" strike="noStrike">
                <a:solidFill>
                  <a:schemeClr val="dk1"/>
                </a:solidFill>
                <a:latin typeface="Economica"/>
                <a:ea typeface="Economica"/>
              </a:rPr>
              <a:t>OP = ADD | SUB | OR | AND | XOR | NEG | NOR</a:t>
            </a:r>
            <a:endParaRPr b="0" lang="en-US" sz="2400" spc="-1" strike="noStrike">
              <a:solidFill>
                <a:srgbClr val="ffffff"/>
              </a:solidFill>
              <a:latin typeface="Arial"/>
            </a:endParaRPr>
          </a:p>
          <a:p>
            <a:pPr marL="457200" indent="-380880">
              <a:lnSpc>
                <a:spcPct val="100000"/>
              </a:lnSpc>
              <a:buClr>
                <a:srgbClr val="ffffff"/>
              </a:buClr>
              <a:buFont typeface="Economica"/>
              <a:buChar char="●"/>
            </a:pPr>
            <a:r>
              <a:rPr b="1" lang="en" sz="2400" spc="-1" strike="noStrike">
                <a:solidFill>
                  <a:schemeClr val="dk1"/>
                </a:solidFill>
                <a:latin typeface="Economica"/>
                <a:ea typeface="Economica"/>
              </a:rPr>
              <a:t>hlt </a:t>
            </a:r>
            <a:endParaRPr b="0" lang="en-US" sz="2400" spc="-1" strike="noStrike">
              <a:solidFill>
                <a:srgbClr val="ffffff"/>
              </a:solidFill>
              <a:latin typeface="Arial"/>
            </a:endParaRPr>
          </a:p>
          <a:p>
            <a:pPr lvl="1" marL="914400" indent="-380880">
              <a:lnSpc>
                <a:spcPct val="100000"/>
              </a:lnSpc>
              <a:buClr>
                <a:srgbClr val="ffffff"/>
              </a:buClr>
              <a:buFont typeface="Economica"/>
              <a:buChar char="○"/>
            </a:pPr>
            <a:r>
              <a:rPr b="0" lang="en" sz="2400" spc="-1" strike="noStrike">
                <a:solidFill>
                  <a:schemeClr val="dk1"/>
                </a:solidFill>
                <a:latin typeface="Economica"/>
                <a:ea typeface="Economica"/>
              </a:rPr>
              <a:t>Stop execution</a:t>
            </a:r>
            <a:endParaRPr b="0" lang="en-US" sz="2400" spc="-1" strike="noStrike">
              <a:solidFill>
                <a:srgbClr val="ffffff"/>
              </a:solidFill>
              <a:latin typeface="Arial"/>
            </a:endParaRPr>
          </a:p>
        </p:txBody>
      </p:sp>
      <p:pic>
        <p:nvPicPr>
          <p:cNvPr id="71" name="Google Shape;99;p13" descr=""/>
          <p:cNvPicPr/>
          <p:nvPr/>
        </p:nvPicPr>
        <p:blipFill>
          <a:blip r:embed="rId1"/>
          <a:stretch/>
        </p:blipFill>
        <p:spPr>
          <a:xfrm>
            <a:off x="65880" y="64080"/>
            <a:ext cx="855360" cy="855360"/>
          </a:xfrm>
          <a:prstGeom prst="rect">
            <a:avLst/>
          </a:prstGeom>
          <a:ln w="0">
            <a:noFill/>
          </a:ln>
        </p:spPr>
      </p:pic>
      <p:sp>
        <p:nvSpPr>
          <p:cNvPr id="72" name="Google Shape;100;p13"/>
          <p:cNvSpPr/>
          <p:nvPr/>
        </p:nvSpPr>
        <p:spPr>
          <a:xfrm>
            <a:off x="4572000" y="623880"/>
            <a:ext cx="4006440" cy="553680"/>
          </a:xfrm>
          <a:prstGeom prst="rect">
            <a:avLst/>
          </a:prstGeom>
          <a:noFill/>
          <a:ln w="0">
            <a:noFill/>
          </a:ln>
        </p:spPr>
        <p:style>
          <a:lnRef idx="0"/>
          <a:fillRef idx="0"/>
          <a:effectRef idx="0"/>
          <a:fontRef idx="minor"/>
        </p:style>
        <p:txBody>
          <a:bodyPr tIns="91440" bIns="91440" anchor="t">
            <a:spAutoFit/>
          </a:bodyPr>
          <a:p>
            <a:pPr>
              <a:lnSpc>
                <a:spcPct val="100000"/>
              </a:lnSpc>
              <a:tabLst>
                <a:tab algn="l" pos="0"/>
              </a:tabLst>
            </a:pPr>
            <a:endParaRPr b="0" lang="en-US" sz="1400" spc="-1" strike="noStrike">
              <a:solidFill>
                <a:srgbClr val="ffffff"/>
              </a:solidFill>
              <a:latin typeface="Arial"/>
            </a:endParaRPr>
          </a:p>
        </p:txBody>
      </p:sp>
      <p:pic>
        <p:nvPicPr>
          <p:cNvPr id="73" name="Google Shape;101;p13" descr=""/>
          <p:cNvPicPr/>
          <p:nvPr/>
        </p:nvPicPr>
        <p:blipFill>
          <a:blip r:embed="rId2"/>
          <a:stretch/>
        </p:blipFill>
        <p:spPr>
          <a:xfrm>
            <a:off x="4903200" y="789840"/>
            <a:ext cx="3860640" cy="4182480"/>
          </a:xfrm>
          <a:prstGeom prst="rect">
            <a:avLst/>
          </a:prstGeom>
          <a:ln w="0">
            <a:noFill/>
          </a:ln>
        </p:spPr>
      </p:pic>
      <p:sp>
        <p:nvSpPr>
          <p:cNvPr id="74" name="Google Shape;102;p13"/>
          <p:cNvSpPr/>
          <p:nvPr/>
        </p:nvSpPr>
        <p:spPr>
          <a:xfrm>
            <a:off x="6032520" y="304920"/>
            <a:ext cx="1965240" cy="548280"/>
          </a:xfrm>
          <a:prstGeom prst="rect">
            <a:avLst/>
          </a:prstGeom>
          <a:noFill/>
          <a:ln w="0">
            <a:noFill/>
          </a:ln>
        </p:spPr>
        <p:style>
          <a:lnRef idx="0"/>
          <a:fillRef idx="0"/>
          <a:effectRef idx="0"/>
          <a:fontRef idx="minor"/>
        </p:style>
        <p:txBody>
          <a:bodyPr tIns="91440" bIns="91440" anchor="t">
            <a:spAutoFit/>
          </a:bodyPr>
          <a:p>
            <a:pPr>
              <a:lnSpc>
                <a:spcPct val="100000"/>
              </a:lnSpc>
              <a:tabLst>
                <a:tab algn="l" pos="0"/>
              </a:tabLst>
            </a:pPr>
            <a:r>
              <a:rPr b="1" lang="en" sz="2400" spc="-1" strike="noStrike">
                <a:solidFill>
                  <a:schemeClr val="dk1"/>
                </a:solidFill>
                <a:latin typeface="Economica"/>
                <a:ea typeface="Economica"/>
              </a:rPr>
              <a:t>Compute C = A + B</a:t>
            </a:r>
            <a:endParaRPr b="0" lang="en-US" sz="24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 name="PlaceHolder 1"/>
          <p:cNvSpPr>
            <a:spLocks noGrp="1"/>
          </p:cNvSpPr>
          <p:nvPr>
            <p:ph type="title"/>
          </p:nvPr>
        </p:nvSpPr>
        <p:spPr>
          <a:xfrm>
            <a:off x="85320" y="-23760"/>
            <a:ext cx="8520120" cy="572400"/>
          </a:xfrm>
          <a:prstGeom prst="rect">
            <a:avLst/>
          </a:prstGeom>
          <a:noFill/>
          <a:ln w="0">
            <a:noFill/>
          </a:ln>
        </p:spPr>
        <p:txBody>
          <a:bodyPr lIns="91440" rIns="91440" tIns="91440" bIns="91440" anchor="t">
            <a:normAutofit fontScale="65255"/>
          </a:bodyPr>
          <a:p>
            <a:pPr indent="0">
              <a:lnSpc>
                <a:spcPct val="100000"/>
              </a:lnSpc>
              <a:buNone/>
              <a:tabLst>
                <a:tab algn="l" pos="0"/>
              </a:tabLst>
            </a:pPr>
            <a:r>
              <a:rPr b="0" lang="en" sz="4000" spc="-1" strike="noStrike">
                <a:solidFill>
                  <a:schemeClr val="dk1"/>
                </a:solidFill>
                <a:latin typeface="Economica"/>
                <a:ea typeface="Economica"/>
              </a:rPr>
              <a:t>Device I/O</a:t>
            </a:r>
            <a:endParaRPr b="0" lang="en-US" sz="4000" spc="-1" strike="noStrike">
              <a:solidFill>
                <a:srgbClr val="000000"/>
              </a:solidFill>
              <a:latin typeface="Arial"/>
            </a:endParaRPr>
          </a:p>
        </p:txBody>
      </p:sp>
      <p:sp>
        <p:nvSpPr>
          <p:cNvPr id="76" name="Google Shape;108;p14"/>
          <p:cNvSpPr/>
          <p:nvPr/>
        </p:nvSpPr>
        <p:spPr>
          <a:xfrm>
            <a:off x="252720" y="1081440"/>
            <a:ext cx="3872520" cy="3840120"/>
          </a:xfrm>
          <a:prstGeom prst="rect">
            <a:avLst/>
          </a:prstGeom>
          <a:noFill/>
          <a:ln w="0">
            <a:noFill/>
          </a:ln>
        </p:spPr>
        <p:style>
          <a:lnRef idx="0"/>
          <a:fillRef idx="0"/>
          <a:effectRef idx="0"/>
          <a:fontRef idx="minor"/>
        </p:style>
        <p:txBody>
          <a:bodyPr tIns="91440" bIns="91440" anchor="t">
            <a:spAutoFit/>
          </a:bodyPr>
          <a:p>
            <a:pPr marL="457200" indent="-380880">
              <a:lnSpc>
                <a:spcPct val="100000"/>
              </a:lnSpc>
              <a:buClr>
                <a:srgbClr val="ffffff"/>
              </a:buClr>
              <a:buFont typeface="Economica"/>
              <a:buChar char="●"/>
            </a:pPr>
            <a:r>
              <a:rPr b="0" lang="en" sz="2400" spc="-1" strike="noStrike">
                <a:solidFill>
                  <a:schemeClr val="dk1"/>
                </a:solidFill>
                <a:latin typeface="Economica"/>
                <a:ea typeface="Economica"/>
              </a:rPr>
              <a:t>Keyboard &amp; Screen</a:t>
            </a:r>
            <a:endParaRPr b="0" lang="en-US" sz="2400" spc="-1" strike="noStrike">
              <a:solidFill>
                <a:srgbClr val="ffffff"/>
              </a:solidFill>
              <a:latin typeface="Arial"/>
            </a:endParaRPr>
          </a:p>
          <a:p>
            <a:pPr marL="457200" indent="-380880">
              <a:lnSpc>
                <a:spcPct val="100000"/>
              </a:lnSpc>
              <a:buClr>
                <a:srgbClr val="ffffff"/>
              </a:buClr>
              <a:buFont typeface="Economica"/>
              <a:buChar char="●"/>
            </a:pPr>
            <a:r>
              <a:rPr b="0" lang="en" sz="2400" spc="-1" strike="noStrike">
                <a:solidFill>
                  <a:schemeClr val="dk1"/>
                </a:solidFill>
                <a:latin typeface="Economica"/>
                <a:ea typeface="Economica"/>
              </a:rPr>
              <a:t>PIC</a:t>
            </a:r>
            <a:endParaRPr b="0" lang="en-US" sz="2400" spc="-1" strike="noStrike">
              <a:solidFill>
                <a:srgbClr val="ffffff"/>
              </a:solidFill>
              <a:latin typeface="Arial"/>
            </a:endParaRPr>
          </a:p>
          <a:p>
            <a:pPr lvl="1" marL="914400" indent="-380880">
              <a:lnSpc>
                <a:spcPct val="100000"/>
              </a:lnSpc>
              <a:buClr>
                <a:srgbClr val="ffffff"/>
              </a:buClr>
              <a:buFont typeface="Economica"/>
              <a:buChar char="○"/>
            </a:pPr>
            <a:r>
              <a:rPr b="0" lang="en" sz="2400" spc="-1" strike="noStrike">
                <a:solidFill>
                  <a:schemeClr val="dk1"/>
                </a:solidFill>
                <a:latin typeface="Economica"/>
                <a:ea typeface="Economica"/>
              </a:rPr>
              <a:t>→  </a:t>
            </a:r>
            <a:r>
              <a:rPr b="0" lang="en" sz="2400" spc="-1" strike="noStrike">
                <a:solidFill>
                  <a:schemeClr val="dk1"/>
                </a:solidFill>
                <a:latin typeface="Economica"/>
                <a:ea typeface="Economica"/>
              </a:rPr>
              <a:t>Timer</a:t>
            </a:r>
            <a:endParaRPr b="0" lang="en-US" sz="2400" spc="-1" strike="noStrike">
              <a:solidFill>
                <a:srgbClr val="ffffff"/>
              </a:solidFill>
              <a:latin typeface="Arial"/>
            </a:endParaRPr>
          </a:p>
          <a:p>
            <a:pPr lvl="1" marL="914400" indent="-380880">
              <a:lnSpc>
                <a:spcPct val="100000"/>
              </a:lnSpc>
              <a:buClr>
                <a:srgbClr val="ffffff"/>
              </a:buClr>
              <a:buFont typeface="Economica"/>
              <a:buChar char="○"/>
            </a:pPr>
            <a:r>
              <a:rPr b="0" lang="en" sz="2400" spc="-1" strike="noStrike">
                <a:solidFill>
                  <a:schemeClr val="dk1"/>
                </a:solidFill>
                <a:latin typeface="Economica"/>
                <a:ea typeface="Economica"/>
              </a:rPr>
              <a:t>→  </a:t>
            </a:r>
            <a:r>
              <a:rPr b="0" lang="en" sz="2400" spc="-1" strike="noStrike">
                <a:solidFill>
                  <a:schemeClr val="dk1"/>
                </a:solidFill>
                <a:latin typeface="Economica"/>
                <a:ea typeface="Economica"/>
              </a:rPr>
              <a:t>F10 Button</a:t>
            </a:r>
            <a:endParaRPr b="0" lang="en-US" sz="2400" spc="-1" strike="noStrike">
              <a:solidFill>
                <a:srgbClr val="ffffff"/>
              </a:solidFill>
              <a:latin typeface="Arial"/>
            </a:endParaRPr>
          </a:p>
          <a:p>
            <a:pPr lvl="1" marL="914400" indent="-380880">
              <a:lnSpc>
                <a:spcPct val="100000"/>
              </a:lnSpc>
              <a:buClr>
                <a:srgbClr val="ffffff"/>
              </a:buClr>
              <a:buFont typeface="Economica"/>
              <a:buChar char="○"/>
            </a:pPr>
            <a:r>
              <a:rPr b="0" lang="en" sz="2400" spc="-1" strike="noStrike">
                <a:solidFill>
                  <a:schemeClr val="dk1"/>
                </a:solidFill>
                <a:latin typeface="Economica"/>
                <a:ea typeface="Economica"/>
              </a:rPr>
              <a:t>→  </a:t>
            </a:r>
            <a:r>
              <a:rPr b="0" lang="en" sz="2400" spc="-1" strike="noStrike">
                <a:solidFill>
                  <a:schemeClr val="dk1"/>
                </a:solidFill>
                <a:latin typeface="Economica"/>
                <a:ea typeface="Economica"/>
              </a:rPr>
              <a:t>HANDSHAKE</a:t>
            </a:r>
            <a:endParaRPr b="0" lang="en-US" sz="2400" spc="-1" strike="noStrike">
              <a:solidFill>
                <a:srgbClr val="ffffff"/>
              </a:solidFill>
              <a:latin typeface="Arial"/>
            </a:endParaRPr>
          </a:p>
          <a:p>
            <a:pPr marL="457200" indent="-380880">
              <a:lnSpc>
                <a:spcPct val="100000"/>
              </a:lnSpc>
              <a:buClr>
                <a:srgbClr val="ffffff"/>
              </a:buClr>
              <a:buFont typeface="Economica"/>
              <a:buChar char="●"/>
            </a:pPr>
            <a:r>
              <a:rPr b="0" lang="en" sz="2400" spc="-1" strike="noStrike">
                <a:solidFill>
                  <a:schemeClr val="dk1"/>
                </a:solidFill>
                <a:latin typeface="Economica"/>
                <a:ea typeface="Economica"/>
              </a:rPr>
              <a:t>PIO</a:t>
            </a:r>
            <a:endParaRPr b="0" lang="en-US" sz="2400" spc="-1" strike="noStrike">
              <a:solidFill>
                <a:srgbClr val="ffffff"/>
              </a:solidFill>
              <a:latin typeface="Arial"/>
            </a:endParaRPr>
          </a:p>
          <a:p>
            <a:pPr lvl="1" marL="914400" indent="-380880">
              <a:lnSpc>
                <a:spcPct val="100000"/>
              </a:lnSpc>
              <a:buClr>
                <a:srgbClr val="ffffff"/>
              </a:buClr>
              <a:buFont typeface="Economica"/>
              <a:buChar char="○"/>
            </a:pPr>
            <a:r>
              <a:rPr b="0" lang="en" sz="2400" spc="-1" strike="noStrike">
                <a:solidFill>
                  <a:schemeClr val="dk1"/>
                </a:solidFill>
                <a:latin typeface="Economica"/>
                <a:ea typeface="Economica"/>
              </a:rPr>
              <a:t>→  </a:t>
            </a:r>
            <a:r>
              <a:rPr b="0" lang="en" sz="2400" spc="-1" strike="noStrike">
                <a:solidFill>
                  <a:schemeClr val="dk1"/>
                </a:solidFill>
                <a:latin typeface="Economica"/>
                <a:ea typeface="Economica"/>
              </a:rPr>
              <a:t>LEDs &amp; Switches</a:t>
            </a:r>
            <a:endParaRPr b="0" lang="en-US" sz="2400" spc="-1" strike="noStrike">
              <a:solidFill>
                <a:srgbClr val="ffffff"/>
              </a:solidFill>
              <a:latin typeface="Arial"/>
            </a:endParaRPr>
          </a:p>
          <a:p>
            <a:pPr lvl="1" marL="914400" indent="-380880">
              <a:lnSpc>
                <a:spcPct val="100000"/>
              </a:lnSpc>
              <a:buClr>
                <a:srgbClr val="ffffff"/>
              </a:buClr>
              <a:buFont typeface="Economica"/>
              <a:buChar char="○"/>
            </a:pPr>
            <a:r>
              <a:rPr b="0" lang="en" sz="2400" spc="-1" strike="noStrike">
                <a:solidFill>
                  <a:schemeClr val="dk1"/>
                </a:solidFill>
                <a:latin typeface="Economica"/>
                <a:ea typeface="Economica"/>
              </a:rPr>
              <a:t>→  </a:t>
            </a:r>
            <a:r>
              <a:rPr b="0" lang="en" sz="2400" spc="-1" strike="noStrike">
                <a:solidFill>
                  <a:schemeClr val="dk1"/>
                </a:solidFill>
                <a:latin typeface="Economica"/>
                <a:ea typeface="Economica"/>
              </a:rPr>
              <a:t>Printer</a:t>
            </a:r>
            <a:endParaRPr b="0" lang="en-US" sz="2400" spc="-1" strike="noStrike">
              <a:solidFill>
                <a:srgbClr val="ffffff"/>
              </a:solidFill>
              <a:latin typeface="Arial"/>
            </a:endParaRPr>
          </a:p>
          <a:p>
            <a:pPr marL="457200" indent="-380880">
              <a:lnSpc>
                <a:spcPct val="100000"/>
              </a:lnSpc>
              <a:buClr>
                <a:srgbClr val="ffffff"/>
              </a:buClr>
              <a:buFont typeface="Economica"/>
              <a:buChar char="●"/>
            </a:pPr>
            <a:r>
              <a:rPr b="0" lang="en" sz="2400" spc="-1" strike="noStrike">
                <a:solidFill>
                  <a:schemeClr val="dk1"/>
                </a:solidFill>
                <a:latin typeface="Economica"/>
                <a:ea typeface="Economica"/>
              </a:rPr>
              <a:t>HANDSHAKE</a:t>
            </a:r>
            <a:endParaRPr b="0" lang="en-US" sz="2400" spc="-1" strike="noStrike">
              <a:solidFill>
                <a:srgbClr val="ffffff"/>
              </a:solidFill>
              <a:latin typeface="Arial"/>
            </a:endParaRPr>
          </a:p>
          <a:p>
            <a:pPr lvl="1" marL="914400" indent="-380880">
              <a:lnSpc>
                <a:spcPct val="100000"/>
              </a:lnSpc>
              <a:buClr>
                <a:srgbClr val="ffffff"/>
              </a:buClr>
              <a:buFont typeface="Economica"/>
              <a:buChar char="○"/>
            </a:pPr>
            <a:r>
              <a:rPr b="0" lang="en" sz="2400" spc="-1" strike="noStrike">
                <a:solidFill>
                  <a:schemeClr val="dk1"/>
                </a:solidFill>
                <a:latin typeface="Economica"/>
                <a:ea typeface="Economica"/>
              </a:rPr>
              <a:t>→  </a:t>
            </a:r>
            <a:r>
              <a:rPr b="0" lang="en" sz="2400" spc="-1" strike="noStrike">
                <a:solidFill>
                  <a:schemeClr val="dk1"/>
                </a:solidFill>
                <a:latin typeface="Economica"/>
                <a:ea typeface="Economica"/>
              </a:rPr>
              <a:t>Printer</a:t>
            </a:r>
            <a:endParaRPr b="0" lang="en-US" sz="2400" spc="-1" strike="noStrike">
              <a:solidFill>
                <a:srgbClr val="ffffff"/>
              </a:solidFill>
              <a:latin typeface="Arial"/>
            </a:endParaRPr>
          </a:p>
        </p:txBody>
      </p:sp>
      <p:pic>
        <p:nvPicPr>
          <p:cNvPr id="77" name="Google Shape;109;p14" descr=""/>
          <p:cNvPicPr/>
          <p:nvPr/>
        </p:nvPicPr>
        <p:blipFill>
          <a:blip r:embed="rId1"/>
          <a:stretch/>
        </p:blipFill>
        <p:spPr>
          <a:xfrm>
            <a:off x="1946520" y="114480"/>
            <a:ext cx="651960" cy="651600"/>
          </a:xfrm>
          <a:prstGeom prst="rect">
            <a:avLst/>
          </a:prstGeom>
          <a:ln w="0">
            <a:noFill/>
          </a:ln>
        </p:spPr>
      </p:pic>
      <p:pic>
        <p:nvPicPr>
          <p:cNvPr id="78" name="Google Shape;110;p14" descr=""/>
          <p:cNvPicPr/>
          <p:nvPr/>
        </p:nvPicPr>
        <p:blipFill>
          <a:blip r:embed="rId2"/>
          <a:stretch/>
        </p:blipFill>
        <p:spPr>
          <a:xfrm>
            <a:off x="2683440" y="140760"/>
            <a:ext cx="751680" cy="751680"/>
          </a:xfrm>
          <a:prstGeom prst="rect">
            <a:avLst/>
          </a:prstGeom>
          <a:ln w="0">
            <a:noFill/>
          </a:ln>
        </p:spPr>
      </p:pic>
      <p:pic>
        <p:nvPicPr>
          <p:cNvPr id="79" name="Google Shape;111;p14" descr=""/>
          <p:cNvPicPr/>
          <p:nvPr/>
        </p:nvPicPr>
        <p:blipFill>
          <a:blip r:embed="rId3"/>
          <a:stretch/>
        </p:blipFill>
        <p:spPr>
          <a:xfrm>
            <a:off x="4125960" y="114480"/>
            <a:ext cx="1887480" cy="1989360"/>
          </a:xfrm>
          <a:prstGeom prst="rect">
            <a:avLst/>
          </a:prstGeom>
          <a:ln w="0">
            <a:noFill/>
          </a:ln>
        </p:spPr>
      </p:pic>
      <p:pic>
        <p:nvPicPr>
          <p:cNvPr id="80" name="Google Shape;112;p14" descr=""/>
          <p:cNvPicPr/>
          <p:nvPr/>
        </p:nvPicPr>
        <p:blipFill>
          <a:blip r:embed="rId4"/>
          <a:stretch/>
        </p:blipFill>
        <p:spPr>
          <a:xfrm>
            <a:off x="6318360" y="217800"/>
            <a:ext cx="2673000" cy="1783080"/>
          </a:xfrm>
          <a:prstGeom prst="rect">
            <a:avLst/>
          </a:prstGeom>
          <a:ln w="0">
            <a:noFill/>
          </a:ln>
        </p:spPr>
      </p:pic>
      <p:pic>
        <p:nvPicPr>
          <p:cNvPr id="81" name="Google Shape;113;p14" descr=""/>
          <p:cNvPicPr/>
          <p:nvPr/>
        </p:nvPicPr>
        <p:blipFill>
          <a:blip r:embed="rId5"/>
          <a:stretch/>
        </p:blipFill>
        <p:spPr>
          <a:xfrm>
            <a:off x="4293360" y="2104200"/>
            <a:ext cx="4698000" cy="1242000"/>
          </a:xfrm>
          <a:prstGeom prst="rect">
            <a:avLst/>
          </a:prstGeom>
          <a:ln w="0">
            <a:noFill/>
          </a:ln>
        </p:spPr>
      </p:pic>
      <p:pic>
        <p:nvPicPr>
          <p:cNvPr id="82" name="Google Shape;114;p14" descr=""/>
          <p:cNvPicPr/>
          <p:nvPr/>
        </p:nvPicPr>
        <p:blipFill>
          <a:blip r:embed="rId6"/>
          <a:srcRect l="17216" t="0" r="0" b="0"/>
          <a:stretch/>
        </p:blipFill>
        <p:spPr>
          <a:xfrm>
            <a:off x="4293360" y="3553200"/>
            <a:ext cx="4698000" cy="1406880"/>
          </a:xfrm>
          <a:prstGeom prst="rect">
            <a:avLst/>
          </a:prstGeom>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 name="PlaceHolder 1"/>
          <p:cNvSpPr>
            <a:spLocks noGrp="1"/>
          </p:cNvSpPr>
          <p:nvPr>
            <p:ph type="title"/>
          </p:nvPr>
        </p:nvSpPr>
        <p:spPr>
          <a:xfrm>
            <a:off x="159480" y="64080"/>
            <a:ext cx="8520120" cy="572400"/>
          </a:xfrm>
          <a:prstGeom prst="rect">
            <a:avLst/>
          </a:prstGeom>
          <a:noFill/>
          <a:ln w="0">
            <a:noFill/>
          </a:ln>
        </p:spPr>
        <p:txBody>
          <a:bodyPr lIns="91440" rIns="91440" tIns="91440" bIns="91440" anchor="t">
            <a:noAutofit/>
          </a:bodyPr>
          <a:p>
            <a:pPr indent="0">
              <a:lnSpc>
                <a:spcPct val="100000"/>
              </a:lnSpc>
              <a:buNone/>
              <a:tabLst>
                <a:tab algn="l" pos="0"/>
              </a:tabLst>
            </a:pPr>
            <a:r>
              <a:rPr b="0" lang="en" sz="4800" spc="-1" strike="noStrike">
                <a:solidFill>
                  <a:schemeClr val="dk1"/>
                </a:solidFill>
                <a:latin typeface="Economica"/>
                <a:ea typeface="Economica"/>
              </a:rPr>
              <a:t>VonSim 2 Docs</a:t>
            </a:r>
            <a:endParaRPr b="0" lang="en-US" sz="4800" spc="-1" strike="noStrike">
              <a:solidFill>
                <a:srgbClr val="000000"/>
              </a:solidFill>
              <a:latin typeface="Arial"/>
            </a:endParaRPr>
          </a:p>
        </p:txBody>
      </p:sp>
      <p:sp>
        <p:nvSpPr>
          <p:cNvPr id="84" name="Google Shape;120;p15"/>
          <p:cNvSpPr/>
          <p:nvPr/>
        </p:nvSpPr>
        <p:spPr>
          <a:xfrm>
            <a:off x="0" y="0"/>
            <a:ext cx="2999520" cy="399960"/>
          </a:xfrm>
          <a:prstGeom prst="rect">
            <a:avLst/>
          </a:prstGeom>
          <a:noFill/>
          <a:ln w="0">
            <a:noFill/>
          </a:ln>
        </p:spPr>
        <p:style>
          <a:lnRef idx="0"/>
          <a:fillRef idx="0"/>
          <a:effectRef idx="0"/>
          <a:fontRef idx="minor"/>
        </p:style>
        <p:txBody>
          <a:bodyPr tIns="91440" bIns="91440" anchor="t">
            <a:spAutoFit/>
          </a:bodyPr>
          <a:p>
            <a:pPr>
              <a:lnSpc>
                <a:spcPct val="100000"/>
              </a:lnSpc>
              <a:tabLst>
                <a:tab algn="l" pos="0"/>
              </a:tabLst>
            </a:pPr>
            <a:endParaRPr b="0" lang="en-US" sz="1400" spc="-1" strike="noStrike">
              <a:solidFill>
                <a:srgbClr val="ffffff"/>
              </a:solidFill>
              <a:latin typeface="Arial"/>
            </a:endParaRPr>
          </a:p>
        </p:txBody>
      </p:sp>
      <p:sp>
        <p:nvSpPr>
          <p:cNvPr id="85" name="Google Shape;121;p15"/>
          <p:cNvSpPr/>
          <p:nvPr/>
        </p:nvSpPr>
        <p:spPr>
          <a:xfrm>
            <a:off x="2660400" y="4528800"/>
            <a:ext cx="3823200" cy="548280"/>
          </a:xfrm>
          <a:prstGeom prst="rect">
            <a:avLst/>
          </a:prstGeom>
          <a:noFill/>
          <a:ln w="0">
            <a:noFill/>
          </a:ln>
        </p:spPr>
        <p:style>
          <a:lnRef idx="0"/>
          <a:fillRef idx="0"/>
          <a:effectRef idx="0"/>
          <a:fontRef idx="minor"/>
        </p:style>
        <p:txBody>
          <a:bodyPr tIns="91440" bIns="91440" anchor="t">
            <a:spAutoFit/>
          </a:bodyPr>
          <a:p>
            <a:pPr algn="ctr">
              <a:lnSpc>
                <a:spcPct val="100000"/>
              </a:lnSpc>
              <a:tabLst>
                <a:tab algn="l" pos="0"/>
              </a:tabLst>
            </a:pPr>
            <a:r>
              <a:rPr b="0" lang="en" sz="2400" spc="-1" strike="noStrike">
                <a:solidFill>
                  <a:schemeClr val="dk1"/>
                </a:solidFill>
                <a:latin typeface="Economica"/>
                <a:ea typeface="Economica"/>
              </a:rPr>
              <a:t>https://vonsim.github.io/en/</a:t>
            </a:r>
            <a:endParaRPr b="0" lang="en-US" sz="2400" spc="-1" strike="noStrike">
              <a:solidFill>
                <a:srgbClr val="ffffff"/>
              </a:solidFill>
              <a:latin typeface="Arial"/>
            </a:endParaRPr>
          </a:p>
        </p:txBody>
      </p:sp>
      <p:pic>
        <p:nvPicPr>
          <p:cNvPr id="86" name="Google Shape;122;p15" descr=""/>
          <p:cNvPicPr/>
          <p:nvPr/>
        </p:nvPicPr>
        <p:blipFill>
          <a:blip r:embed="rId1"/>
          <a:stretch/>
        </p:blipFill>
        <p:spPr>
          <a:xfrm>
            <a:off x="1237320" y="1006920"/>
            <a:ext cx="6823080" cy="3348000"/>
          </a:xfrm>
          <a:prstGeom prst="rect">
            <a:avLst/>
          </a:prstGeom>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 name="PlaceHolder 1"/>
          <p:cNvSpPr>
            <a:spLocks noGrp="1"/>
          </p:cNvSpPr>
          <p:nvPr>
            <p:ph type="title"/>
          </p:nvPr>
        </p:nvSpPr>
        <p:spPr>
          <a:xfrm>
            <a:off x="1054080" y="113400"/>
            <a:ext cx="8520120" cy="572400"/>
          </a:xfrm>
          <a:prstGeom prst="rect">
            <a:avLst/>
          </a:prstGeom>
          <a:noFill/>
          <a:ln w="0">
            <a:noFill/>
          </a:ln>
        </p:spPr>
        <p:txBody>
          <a:bodyPr lIns="91440" rIns="91440" tIns="91440" bIns="91440" anchor="t">
            <a:normAutofit fontScale="65255"/>
          </a:bodyPr>
          <a:p>
            <a:pPr indent="0">
              <a:lnSpc>
                <a:spcPct val="100000"/>
              </a:lnSpc>
              <a:buNone/>
              <a:tabLst>
                <a:tab algn="l" pos="0"/>
              </a:tabLst>
            </a:pPr>
            <a:r>
              <a:rPr b="0" lang="en" sz="4000" spc="-1" strike="noStrike">
                <a:solidFill>
                  <a:schemeClr val="dk1"/>
                </a:solidFill>
                <a:latin typeface="Economica"/>
                <a:ea typeface="Economica"/>
              </a:rPr>
              <a:t>VonSim 2 Usage statistics</a:t>
            </a:r>
            <a:endParaRPr b="0" lang="en-US" sz="4000" spc="-1" strike="noStrike">
              <a:solidFill>
                <a:srgbClr val="000000"/>
              </a:solidFill>
              <a:latin typeface="Arial"/>
            </a:endParaRPr>
          </a:p>
        </p:txBody>
      </p:sp>
      <p:pic>
        <p:nvPicPr>
          <p:cNvPr id="88" name="Google Shape;128;p16" descr=""/>
          <p:cNvPicPr/>
          <p:nvPr/>
        </p:nvPicPr>
        <p:blipFill>
          <a:blip r:embed="rId1"/>
          <a:stretch/>
        </p:blipFill>
        <p:spPr>
          <a:xfrm>
            <a:off x="133920" y="61920"/>
            <a:ext cx="806040" cy="806040"/>
          </a:xfrm>
          <a:prstGeom prst="rect">
            <a:avLst/>
          </a:prstGeom>
          <a:ln w="0">
            <a:noFill/>
          </a:ln>
        </p:spPr>
      </p:pic>
      <p:sp>
        <p:nvSpPr>
          <p:cNvPr id="89" name="Google Shape;129;p16"/>
          <p:cNvSpPr/>
          <p:nvPr/>
        </p:nvSpPr>
        <p:spPr>
          <a:xfrm>
            <a:off x="370440" y="1721160"/>
            <a:ext cx="3872520" cy="548280"/>
          </a:xfrm>
          <a:prstGeom prst="rect">
            <a:avLst/>
          </a:prstGeom>
          <a:noFill/>
          <a:ln w="0">
            <a:noFill/>
          </a:ln>
        </p:spPr>
        <p:style>
          <a:lnRef idx="0"/>
          <a:fillRef idx="0"/>
          <a:effectRef idx="0"/>
          <a:fontRef idx="minor"/>
        </p:style>
        <p:txBody>
          <a:bodyPr tIns="91440" bIns="91440" anchor="t">
            <a:spAutoFit/>
          </a:bodyPr>
          <a:p>
            <a:pPr>
              <a:lnSpc>
                <a:spcPct val="100000"/>
              </a:lnSpc>
              <a:tabLst>
                <a:tab algn="l" pos="0"/>
              </a:tabLst>
            </a:pPr>
            <a:r>
              <a:rPr b="0" lang="en" sz="2400" spc="-1" strike="noStrike">
                <a:solidFill>
                  <a:schemeClr val="dk1"/>
                </a:solidFill>
                <a:latin typeface="Economica"/>
                <a:ea typeface="Economica"/>
              </a:rPr>
              <a:t>Visits per day</a:t>
            </a:r>
            <a:endParaRPr b="0" lang="en-US" sz="2400" spc="-1" strike="noStrike">
              <a:solidFill>
                <a:srgbClr val="ffffff"/>
              </a:solidFill>
              <a:latin typeface="Arial"/>
            </a:endParaRPr>
          </a:p>
        </p:txBody>
      </p:sp>
      <p:sp>
        <p:nvSpPr>
          <p:cNvPr id="90" name="Google Shape;130;p16"/>
          <p:cNvSpPr/>
          <p:nvPr/>
        </p:nvSpPr>
        <p:spPr>
          <a:xfrm>
            <a:off x="5724360" y="2052000"/>
            <a:ext cx="3872520" cy="548280"/>
          </a:xfrm>
          <a:prstGeom prst="rect">
            <a:avLst/>
          </a:prstGeom>
          <a:noFill/>
          <a:ln w="0">
            <a:noFill/>
          </a:ln>
        </p:spPr>
        <p:style>
          <a:lnRef idx="0"/>
          <a:fillRef idx="0"/>
          <a:effectRef idx="0"/>
          <a:fontRef idx="minor"/>
        </p:style>
        <p:txBody>
          <a:bodyPr tIns="91440" bIns="91440" anchor="t">
            <a:spAutoFit/>
          </a:bodyPr>
          <a:p>
            <a:pPr>
              <a:lnSpc>
                <a:spcPct val="100000"/>
              </a:lnSpc>
              <a:tabLst>
                <a:tab algn="l" pos="0"/>
              </a:tabLst>
            </a:pPr>
            <a:r>
              <a:rPr b="0" lang="en" sz="2400" spc="-1" strike="noStrike">
                <a:solidFill>
                  <a:schemeClr val="dk1"/>
                </a:solidFill>
                <a:latin typeface="Economica"/>
                <a:ea typeface="Economica"/>
              </a:rPr>
              <a:t>Devices</a:t>
            </a:r>
            <a:endParaRPr b="0" lang="en-US" sz="2400" spc="-1" strike="noStrike">
              <a:solidFill>
                <a:srgbClr val="ffffff"/>
              </a:solidFill>
              <a:latin typeface="Arial"/>
            </a:endParaRPr>
          </a:p>
        </p:txBody>
      </p:sp>
      <p:sp>
        <p:nvSpPr>
          <p:cNvPr id="91" name="Google Shape;131;p16"/>
          <p:cNvSpPr/>
          <p:nvPr/>
        </p:nvSpPr>
        <p:spPr>
          <a:xfrm>
            <a:off x="190440" y="864000"/>
            <a:ext cx="7107120" cy="548280"/>
          </a:xfrm>
          <a:prstGeom prst="rect">
            <a:avLst/>
          </a:prstGeom>
          <a:noFill/>
          <a:ln w="0">
            <a:noFill/>
          </a:ln>
        </p:spPr>
        <p:style>
          <a:lnRef idx="0"/>
          <a:fillRef idx="0"/>
          <a:effectRef idx="0"/>
          <a:fontRef idx="minor"/>
        </p:style>
        <p:txBody>
          <a:bodyPr tIns="91440" bIns="91440" anchor="t">
            <a:spAutoFit/>
          </a:bodyPr>
          <a:p>
            <a:pPr marL="457200" indent="-380880">
              <a:lnSpc>
                <a:spcPct val="100000"/>
              </a:lnSpc>
              <a:buClr>
                <a:srgbClr val="ffffff"/>
              </a:buClr>
              <a:buFont typeface="Economica"/>
              <a:buChar char="●"/>
            </a:pPr>
            <a:r>
              <a:rPr b="0" lang="en" sz="2400" spc="-1" strike="noStrike">
                <a:solidFill>
                  <a:schemeClr val="dk1"/>
                </a:solidFill>
                <a:latin typeface="Economica"/>
                <a:ea typeface="Economica"/>
              </a:rPr>
              <a:t>Via OneDollarStats (2025/03 - 2025/10) </a:t>
            </a:r>
            <a:endParaRPr b="0" lang="en-US" sz="2400" spc="-1" strike="noStrike">
              <a:solidFill>
                <a:srgbClr val="ffffff"/>
              </a:solidFill>
              <a:latin typeface="Arial"/>
            </a:endParaRPr>
          </a:p>
        </p:txBody>
      </p:sp>
      <p:sp>
        <p:nvSpPr>
          <p:cNvPr id="92" name="Google Shape;132;p16"/>
          <p:cNvSpPr/>
          <p:nvPr/>
        </p:nvSpPr>
        <p:spPr>
          <a:xfrm>
            <a:off x="6095520" y="2693880"/>
            <a:ext cx="208440" cy="208440"/>
          </a:xfrm>
          <a:prstGeom prst="ellipse">
            <a:avLst/>
          </a:prstGeom>
          <a:noFill/>
          <a:ln w="38100">
            <a:solidFill>
              <a:srgbClr val="ff0000"/>
            </a:solidFill>
            <a:round/>
          </a:ln>
          <a:effectLst>
            <a:outerShdw algn="bl" blurRad="142920" dir="5400000" dist="19080" rotWithShape="0">
              <a:srgbClr val="000000">
                <a:alpha val="50000"/>
              </a:srgbClr>
            </a:outerShdw>
          </a:effectLst>
        </p:spPr>
        <p:style>
          <a:lnRef idx="0"/>
          <a:fillRef idx="0"/>
          <a:effectRef idx="0"/>
          <a:fontRef idx="minor"/>
        </p:style>
        <p:txBody>
          <a:bodyPr tIns="73800" bIns="73800" anchor="ctr">
            <a:noAutofit/>
          </a:bodyPr>
          <a:p>
            <a:pPr>
              <a:lnSpc>
                <a:spcPct val="100000"/>
              </a:lnSpc>
              <a:tabLst>
                <a:tab algn="l" pos="0"/>
              </a:tabLst>
            </a:pPr>
            <a:endParaRPr b="0" lang="en-US" sz="1400" spc="-1" strike="noStrike">
              <a:solidFill>
                <a:srgbClr val="ffffff"/>
              </a:solidFill>
              <a:latin typeface="Arial"/>
            </a:endParaRPr>
          </a:p>
        </p:txBody>
      </p:sp>
      <p:sp>
        <p:nvSpPr>
          <p:cNvPr id="93" name="Google Shape;133;p16"/>
          <p:cNvSpPr/>
          <p:nvPr/>
        </p:nvSpPr>
        <p:spPr>
          <a:xfrm>
            <a:off x="5020920" y="4758480"/>
            <a:ext cx="543600" cy="365400"/>
          </a:xfrm>
          <a:prstGeom prst="rect">
            <a:avLst/>
          </a:prstGeom>
          <a:noFill/>
          <a:ln w="0">
            <a:noFill/>
          </a:ln>
        </p:spPr>
        <p:style>
          <a:lnRef idx="0"/>
          <a:fillRef idx="0"/>
          <a:effectRef idx="0"/>
          <a:fontRef idx="minor"/>
        </p:style>
        <p:txBody>
          <a:bodyPr tIns="91440" bIns="91440" anchor="t">
            <a:spAutoFit/>
          </a:bodyPr>
          <a:p>
            <a:pPr>
              <a:lnSpc>
                <a:spcPct val="100000"/>
              </a:lnSpc>
              <a:tabLst>
                <a:tab algn="l" pos="0"/>
              </a:tabLst>
            </a:pPr>
            <a:r>
              <a:rPr b="1" lang="en" sz="1200" spc="-1" strike="noStrike">
                <a:solidFill>
                  <a:schemeClr val="lt1"/>
                </a:solidFill>
                <a:latin typeface="Fira Sans"/>
                <a:ea typeface="Fira Sans"/>
              </a:rPr>
              <a:t>2022</a:t>
            </a:r>
            <a:endParaRPr b="0" lang="en-US" sz="1200" spc="-1" strike="noStrike">
              <a:solidFill>
                <a:srgbClr val="ffffff"/>
              </a:solidFill>
              <a:latin typeface="Arial"/>
            </a:endParaRPr>
          </a:p>
        </p:txBody>
      </p:sp>
      <p:sp>
        <p:nvSpPr>
          <p:cNvPr id="94" name="Google Shape;134;p16"/>
          <p:cNvSpPr/>
          <p:nvPr/>
        </p:nvSpPr>
        <p:spPr>
          <a:xfrm>
            <a:off x="1363320" y="4758480"/>
            <a:ext cx="625680" cy="365400"/>
          </a:xfrm>
          <a:prstGeom prst="rect">
            <a:avLst/>
          </a:prstGeom>
          <a:noFill/>
          <a:ln w="0">
            <a:noFill/>
          </a:ln>
        </p:spPr>
        <p:style>
          <a:lnRef idx="0"/>
          <a:fillRef idx="0"/>
          <a:effectRef idx="0"/>
          <a:fontRef idx="minor"/>
        </p:style>
        <p:txBody>
          <a:bodyPr tIns="91440" bIns="91440" anchor="t">
            <a:spAutoFit/>
          </a:bodyPr>
          <a:p>
            <a:pPr>
              <a:lnSpc>
                <a:spcPct val="100000"/>
              </a:lnSpc>
              <a:tabLst>
                <a:tab algn="l" pos="0"/>
              </a:tabLst>
            </a:pPr>
            <a:r>
              <a:rPr b="1" lang="en" sz="1200" spc="-1" strike="noStrike">
                <a:solidFill>
                  <a:schemeClr val="lt1"/>
                </a:solidFill>
                <a:latin typeface="Fira Sans"/>
                <a:ea typeface="Fira Sans"/>
              </a:rPr>
              <a:t>2021</a:t>
            </a:r>
            <a:endParaRPr b="0" lang="en-US" sz="1200" spc="-1" strike="noStrike">
              <a:solidFill>
                <a:srgbClr val="ffffff"/>
              </a:solidFill>
              <a:latin typeface="Arial"/>
            </a:endParaRPr>
          </a:p>
        </p:txBody>
      </p:sp>
      <p:sp>
        <p:nvSpPr>
          <p:cNvPr id="95" name="Google Shape;135;p16"/>
          <p:cNvSpPr/>
          <p:nvPr/>
        </p:nvSpPr>
        <p:spPr>
          <a:xfrm>
            <a:off x="3187440" y="4758480"/>
            <a:ext cx="543600" cy="365400"/>
          </a:xfrm>
          <a:prstGeom prst="rect">
            <a:avLst/>
          </a:prstGeom>
          <a:noFill/>
          <a:ln w="0">
            <a:noFill/>
          </a:ln>
        </p:spPr>
        <p:style>
          <a:lnRef idx="0"/>
          <a:fillRef idx="0"/>
          <a:effectRef idx="0"/>
          <a:fontRef idx="minor"/>
        </p:style>
        <p:txBody>
          <a:bodyPr tIns="91440" bIns="91440" anchor="t">
            <a:spAutoFit/>
          </a:bodyPr>
          <a:p>
            <a:pPr>
              <a:lnSpc>
                <a:spcPct val="100000"/>
              </a:lnSpc>
              <a:tabLst>
                <a:tab algn="l" pos="0"/>
              </a:tabLst>
            </a:pPr>
            <a:r>
              <a:rPr b="1" lang="en" sz="1200" spc="-1" strike="noStrike">
                <a:solidFill>
                  <a:schemeClr val="lt1"/>
                </a:solidFill>
                <a:latin typeface="Fira Sans"/>
                <a:ea typeface="Fira Sans"/>
              </a:rPr>
              <a:t>Día</a:t>
            </a:r>
            <a:endParaRPr b="0" lang="en-US" sz="1200" spc="-1" strike="noStrike">
              <a:solidFill>
                <a:srgbClr val="ffffff"/>
              </a:solidFill>
              <a:latin typeface="Arial"/>
            </a:endParaRPr>
          </a:p>
        </p:txBody>
      </p:sp>
      <p:sp>
        <p:nvSpPr>
          <p:cNvPr id="96" name="Google Shape;136;p16"/>
          <p:cNvSpPr/>
          <p:nvPr/>
        </p:nvSpPr>
        <p:spPr>
          <a:xfrm rot="16200000">
            <a:off x="6041880" y="2871720"/>
            <a:ext cx="1260360" cy="365400"/>
          </a:xfrm>
          <a:prstGeom prst="rect">
            <a:avLst/>
          </a:prstGeom>
          <a:noFill/>
          <a:ln w="0">
            <a:noFill/>
          </a:ln>
        </p:spPr>
        <p:style>
          <a:lnRef idx="0"/>
          <a:fillRef idx="0"/>
          <a:effectRef idx="0"/>
          <a:fontRef idx="minor"/>
        </p:style>
        <p:txBody>
          <a:bodyPr tIns="91440" bIns="91440" anchor="t">
            <a:spAutoFit/>
          </a:bodyPr>
          <a:p>
            <a:pPr>
              <a:lnSpc>
                <a:spcPct val="100000"/>
              </a:lnSpc>
              <a:tabLst>
                <a:tab algn="l" pos="0"/>
              </a:tabLst>
            </a:pPr>
            <a:r>
              <a:rPr b="1" lang="en" sz="1200" spc="-1" strike="noStrike">
                <a:solidFill>
                  <a:schemeClr val="lt1"/>
                </a:solidFill>
                <a:latin typeface="Fira Sans"/>
                <a:ea typeface="Fira Sans"/>
              </a:rPr>
              <a:t>Visitas</a:t>
            </a:r>
            <a:endParaRPr b="0" lang="en-US" sz="1200" spc="-1" strike="noStrike">
              <a:solidFill>
                <a:srgbClr val="ffffff"/>
              </a:solidFill>
              <a:latin typeface="Arial"/>
            </a:endParaRPr>
          </a:p>
        </p:txBody>
      </p:sp>
      <p:pic>
        <p:nvPicPr>
          <p:cNvPr id="97" name="Google Shape;137;p16" descr=""/>
          <p:cNvPicPr/>
          <p:nvPr/>
        </p:nvPicPr>
        <p:blipFill>
          <a:blip r:embed="rId2"/>
          <a:stretch/>
        </p:blipFill>
        <p:spPr>
          <a:xfrm>
            <a:off x="5724360" y="2606040"/>
            <a:ext cx="3093480" cy="1410840"/>
          </a:xfrm>
          <a:prstGeom prst="rect">
            <a:avLst/>
          </a:prstGeom>
          <a:ln w="0">
            <a:noFill/>
          </a:ln>
        </p:spPr>
      </p:pic>
      <p:pic>
        <p:nvPicPr>
          <p:cNvPr id="98" name="Google Shape;138;p16" descr=""/>
          <p:cNvPicPr/>
          <p:nvPr/>
        </p:nvPicPr>
        <p:blipFill>
          <a:blip r:embed="rId3"/>
          <a:stretch/>
        </p:blipFill>
        <p:spPr>
          <a:xfrm>
            <a:off x="133920" y="2367720"/>
            <a:ext cx="5329800" cy="1887480"/>
          </a:xfrm>
          <a:prstGeom prst="rect">
            <a:avLst/>
          </a:prstGeom>
          <a:ln w="0">
            <a:noFill/>
          </a:ln>
        </p:spPr>
      </p:pic>
      <p:sp>
        <p:nvSpPr>
          <p:cNvPr id="99" name="Google Shape;139;p16"/>
          <p:cNvSpPr/>
          <p:nvPr/>
        </p:nvSpPr>
        <p:spPr>
          <a:xfrm>
            <a:off x="5148360" y="2485080"/>
            <a:ext cx="208440" cy="208440"/>
          </a:xfrm>
          <a:prstGeom prst="ellipse">
            <a:avLst/>
          </a:prstGeom>
          <a:noFill/>
          <a:ln w="38100">
            <a:solidFill>
              <a:srgbClr val="ff0000"/>
            </a:solidFill>
            <a:round/>
          </a:ln>
          <a:effectLst>
            <a:outerShdw algn="bl" blurRad="142920" dir="5400000" dist="19080" rotWithShape="0">
              <a:srgbClr val="000000">
                <a:alpha val="50000"/>
              </a:srgbClr>
            </a:outerShdw>
          </a:effectLst>
        </p:spPr>
        <p:style>
          <a:lnRef idx="0"/>
          <a:fillRef idx="0"/>
          <a:effectRef idx="0"/>
          <a:fontRef idx="minor"/>
        </p:style>
        <p:txBody>
          <a:bodyPr tIns="73800" bIns="73800" anchor="ctr">
            <a:noAutofit/>
          </a:bodyPr>
          <a:p>
            <a:pPr>
              <a:lnSpc>
                <a:spcPct val="100000"/>
              </a:lnSpc>
              <a:tabLst>
                <a:tab algn="l" pos="0"/>
              </a:tabLst>
            </a:pPr>
            <a:endParaRPr b="0" lang="en-US" sz="14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 name="PlaceHolder 1"/>
          <p:cNvSpPr>
            <a:spLocks noGrp="1"/>
          </p:cNvSpPr>
          <p:nvPr>
            <p:ph type="title"/>
          </p:nvPr>
        </p:nvSpPr>
        <p:spPr>
          <a:xfrm>
            <a:off x="159480" y="64080"/>
            <a:ext cx="8520120" cy="572400"/>
          </a:xfrm>
          <a:prstGeom prst="rect">
            <a:avLst/>
          </a:prstGeom>
          <a:noFill/>
          <a:ln w="0">
            <a:noFill/>
          </a:ln>
        </p:spPr>
        <p:txBody>
          <a:bodyPr lIns="91440" rIns="91440" tIns="91440" bIns="91440" anchor="t">
            <a:noAutofit/>
          </a:bodyPr>
          <a:p>
            <a:pPr indent="0">
              <a:lnSpc>
                <a:spcPct val="100000"/>
              </a:lnSpc>
              <a:buNone/>
              <a:tabLst>
                <a:tab algn="l" pos="0"/>
              </a:tabLst>
            </a:pPr>
            <a:r>
              <a:rPr b="0" lang="en" sz="4800" spc="-1" strike="noStrike">
                <a:solidFill>
                  <a:schemeClr val="dk1"/>
                </a:solidFill>
                <a:latin typeface="Economica"/>
                <a:ea typeface="Economica"/>
              </a:rPr>
              <a:t>VonSim 2 Team</a:t>
            </a:r>
            <a:endParaRPr b="0" lang="en-US" sz="4800" spc="-1" strike="noStrike">
              <a:solidFill>
                <a:srgbClr val="000000"/>
              </a:solidFill>
              <a:latin typeface="Arial"/>
            </a:endParaRPr>
          </a:p>
        </p:txBody>
      </p:sp>
      <p:pic>
        <p:nvPicPr>
          <p:cNvPr id="101" name="Google Shape;145;p17" descr=""/>
          <p:cNvPicPr/>
          <p:nvPr/>
        </p:nvPicPr>
        <p:blipFill>
          <a:blip r:embed="rId1"/>
          <a:stretch/>
        </p:blipFill>
        <p:spPr>
          <a:xfrm>
            <a:off x="6026760" y="1419480"/>
            <a:ext cx="1500480" cy="1500480"/>
          </a:xfrm>
          <a:prstGeom prst="rect">
            <a:avLst/>
          </a:prstGeom>
          <a:ln w="0">
            <a:noFill/>
          </a:ln>
        </p:spPr>
      </p:pic>
      <p:sp>
        <p:nvSpPr>
          <p:cNvPr id="102" name="Google Shape;146;p17"/>
          <p:cNvSpPr/>
          <p:nvPr/>
        </p:nvSpPr>
        <p:spPr>
          <a:xfrm>
            <a:off x="0" y="0"/>
            <a:ext cx="2999520" cy="399960"/>
          </a:xfrm>
          <a:prstGeom prst="rect">
            <a:avLst/>
          </a:prstGeom>
          <a:noFill/>
          <a:ln w="0">
            <a:noFill/>
          </a:ln>
        </p:spPr>
        <p:style>
          <a:lnRef idx="0"/>
          <a:fillRef idx="0"/>
          <a:effectRef idx="0"/>
          <a:fontRef idx="minor"/>
        </p:style>
        <p:txBody>
          <a:bodyPr tIns="91440" bIns="91440" anchor="t">
            <a:spAutoFit/>
          </a:bodyPr>
          <a:p>
            <a:pPr>
              <a:lnSpc>
                <a:spcPct val="100000"/>
              </a:lnSpc>
              <a:tabLst>
                <a:tab algn="l" pos="0"/>
              </a:tabLst>
            </a:pPr>
            <a:endParaRPr b="0" lang="en-US" sz="1400" spc="-1" strike="noStrike">
              <a:solidFill>
                <a:srgbClr val="ffffff"/>
              </a:solidFill>
              <a:latin typeface="Arial"/>
            </a:endParaRPr>
          </a:p>
        </p:txBody>
      </p:sp>
      <p:sp>
        <p:nvSpPr>
          <p:cNvPr id="103" name="Google Shape;147;p17"/>
          <p:cNvSpPr/>
          <p:nvPr/>
        </p:nvSpPr>
        <p:spPr>
          <a:xfrm>
            <a:off x="5147280" y="4290120"/>
            <a:ext cx="3823200" cy="548280"/>
          </a:xfrm>
          <a:prstGeom prst="rect">
            <a:avLst/>
          </a:prstGeom>
          <a:noFill/>
          <a:ln w="0">
            <a:noFill/>
          </a:ln>
        </p:spPr>
        <p:style>
          <a:lnRef idx="0"/>
          <a:fillRef idx="0"/>
          <a:effectRef idx="0"/>
          <a:fontRef idx="minor"/>
        </p:style>
        <p:txBody>
          <a:bodyPr tIns="91440" bIns="91440" anchor="t">
            <a:spAutoFit/>
          </a:bodyPr>
          <a:p>
            <a:pPr algn="ctr">
              <a:lnSpc>
                <a:spcPct val="100000"/>
              </a:lnSpc>
              <a:tabLst>
                <a:tab algn="l" pos="0"/>
              </a:tabLst>
            </a:pPr>
            <a:r>
              <a:rPr b="0" lang="en" sz="2400" spc="-1" strike="noStrike">
                <a:solidFill>
                  <a:schemeClr val="dk1"/>
                </a:solidFill>
                <a:latin typeface="Economica"/>
                <a:ea typeface="Economica"/>
              </a:rPr>
              <a:t>https://github.com/vonsim/vonsim</a:t>
            </a:r>
            <a:endParaRPr b="0" lang="en-US" sz="2400" spc="-1" strike="noStrike">
              <a:solidFill>
                <a:srgbClr val="ffffff"/>
              </a:solidFill>
              <a:latin typeface="Arial"/>
            </a:endParaRPr>
          </a:p>
        </p:txBody>
      </p:sp>
      <p:pic>
        <p:nvPicPr>
          <p:cNvPr id="104" name="Google Shape;148;p17" descr=""/>
          <p:cNvPicPr/>
          <p:nvPr/>
        </p:nvPicPr>
        <p:blipFill>
          <a:blip r:embed="rId2"/>
          <a:stretch/>
        </p:blipFill>
        <p:spPr>
          <a:xfrm>
            <a:off x="4671360" y="4166280"/>
            <a:ext cx="572400" cy="572400"/>
          </a:xfrm>
          <a:prstGeom prst="rect">
            <a:avLst/>
          </a:prstGeom>
          <a:ln w="0">
            <a:noFill/>
          </a:ln>
        </p:spPr>
      </p:pic>
      <p:pic>
        <p:nvPicPr>
          <p:cNvPr id="105" name="Google Shape;149;p17" descr=""/>
          <p:cNvPicPr/>
          <p:nvPr/>
        </p:nvPicPr>
        <p:blipFill>
          <a:blip r:embed="rId3"/>
          <a:stretch/>
        </p:blipFill>
        <p:spPr>
          <a:xfrm>
            <a:off x="1296720" y="1473840"/>
            <a:ext cx="2423880" cy="2423880"/>
          </a:xfrm>
          <a:prstGeom prst="rect">
            <a:avLst/>
          </a:prstGeom>
          <a:ln w="0">
            <a:noFill/>
          </a:ln>
        </p:spPr>
      </p:pic>
      <p:sp>
        <p:nvSpPr>
          <p:cNvPr id="106" name="Google Shape;150;p17"/>
          <p:cNvSpPr/>
          <p:nvPr/>
        </p:nvSpPr>
        <p:spPr>
          <a:xfrm>
            <a:off x="597240" y="3983400"/>
            <a:ext cx="3823200" cy="914040"/>
          </a:xfrm>
          <a:prstGeom prst="rect">
            <a:avLst/>
          </a:prstGeom>
          <a:noFill/>
          <a:ln w="0">
            <a:noFill/>
          </a:ln>
        </p:spPr>
        <p:style>
          <a:lnRef idx="0"/>
          <a:fillRef idx="0"/>
          <a:effectRef idx="0"/>
          <a:fontRef idx="minor"/>
        </p:style>
        <p:txBody>
          <a:bodyPr tIns="91440" bIns="91440" anchor="t">
            <a:spAutoFit/>
          </a:bodyPr>
          <a:p>
            <a:pPr algn="ctr">
              <a:lnSpc>
                <a:spcPct val="100000"/>
              </a:lnSpc>
              <a:tabLst>
                <a:tab algn="l" pos="0"/>
              </a:tabLst>
            </a:pPr>
            <a:r>
              <a:rPr b="1" lang="en" sz="2400" spc="-1" strike="noStrike">
                <a:solidFill>
                  <a:schemeClr val="dk1"/>
                </a:solidFill>
                <a:latin typeface="Economica"/>
                <a:ea typeface="Economica"/>
              </a:rPr>
              <a:t>Juan Seery</a:t>
            </a:r>
            <a:endParaRPr b="0" lang="en-US" sz="2400" spc="-1" strike="noStrike">
              <a:solidFill>
                <a:srgbClr val="ffffff"/>
              </a:solidFill>
              <a:latin typeface="Arial"/>
            </a:endParaRPr>
          </a:p>
          <a:p>
            <a:pPr algn="ctr">
              <a:lnSpc>
                <a:spcPct val="100000"/>
              </a:lnSpc>
              <a:tabLst>
                <a:tab algn="l" pos="0"/>
              </a:tabLst>
            </a:pPr>
            <a:r>
              <a:rPr b="0" lang="en" sz="2400" spc="-1" strike="noStrike">
                <a:solidFill>
                  <a:schemeClr val="dk1"/>
                </a:solidFill>
                <a:latin typeface="Economica"/>
                <a:ea typeface="Economica"/>
              </a:rPr>
              <a:t>https://github.com/JuanM04</a:t>
            </a:r>
            <a:endParaRPr b="0" lang="en-US" sz="2400" spc="-1" strike="noStrike">
              <a:solidFill>
                <a:srgbClr val="ffffff"/>
              </a:solidFill>
              <a:latin typeface="Arial"/>
            </a:endParaRPr>
          </a:p>
        </p:txBody>
      </p:sp>
      <p:sp>
        <p:nvSpPr>
          <p:cNvPr id="107" name="Google Shape;151;p17"/>
          <p:cNvSpPr/>
          <p:nvPr/>
        </p:nvSpPr>
        <p:spPr>
          <a:xfrm>
            <a:off x="4865760" y="3060000"/>
            <a:ext cx="3823200" cy="731160"/>
          </a:xfrm>
          <a:prstGeom prst="rect">
            <a:avLst/>
          </a:prstGeom>
          <a:noFill/>
          <a:ln w="0">
            <a:noFill/>
          </a:ln>
        </p:spPr>
        <p:style>
          <a:lnRef idx="0"/>
          <a:fillRef idx="0"/>
          <a:effectRef idx="0"/>
          <a:fontRef idx="minor"/>
        </p:style>
        <p:txBody>
          <a:bodyPr tIns="91440" bIns="91440" anchor="t">
            <a:spAutoFit/>
          </a:bodyPr>
          <a:p>
            <a:pPr algn="ctr">
              <a:lnSpc>
                <a:spcPct val="100000"/>
              </a:lnSpc>
              <a:tabLst>
                <a:tab algn="l" pos="0"/>
              </a:tabLst>
            </a:pPr>
            <a:r>
              <a:rPr b="1" lang="en" sz="1800" spc="-1" strike="noStrike">
                <a:solidFill>
                  <a:schemeClr val="dk1"/>
                </a:solidFill>
                <a:latin typeface="Economica"/>
                <a:ea typeface="Economica"/>
              </a:rPr>
              <a:t>Facundo Quiroga</a:t>
            </a:r>
            <a:endParaRPr b="0" lang="en-US" sz="1800" spc="-1" strike="noStrike">
              <a:solidFill>
                <a:srgbClr val="ffffff"/>
              </a:solidFill>
              <a:latin typeface="Arial"/>
            </a:endParaRPr>
          </a:p>
          <a:p>
            <a:pPr algn="ctr">
              <a:lnSpc>
                <a:spcPct val="100000"/>
              </a:lnSpc>
              <a:tabLst>
                <a:tab algn="l" pos="0"/>
              </a:tabLst>
            </a:pPr>
            <a:r>
              <a:rPr b="0" lang="en" sz="1800" spc="-1" strike="noStrike">
                <a:solidFill>
                  <a:schemeClr val="dk1"/>
                </a:solidFill>
                <a:latin typeface="Economica"/>
                <a:ea typeface="Economica"/>
              </a:rPr>
              <a:t>https://github.com/facundoq</a:t>
            </a:r>
            <a:endParaRPr b="0" lang="en-US" sz="18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Slate Economica Gib">
  <a:themeElements>
    <a:clrScheme name="Slate">
      <a:dk1>
        <a:srgbClr val="ffffff"/>
      </a:dk1>
      <a:lt1>
        <a:srgbClr val="1b272e"/>
      </a:lt1>
      <a:dk2>
        <a:srgbClr val="9e9e9e"/>
      </a:dk2>
      <a:lt2>
        <a:srgbClr val="e0e0e0"/>
      </a:lt2>
      <a:accent1>
        <a:srgbClr val="616161"/>
      </a:accent1>
      <a:accent2>
        <a:srgbClr val="78909c"/>
      </a:accent2>
      <a:accent3>
        <a:srgbClr val="cacaca"/>
      </a:accent3>
      <a:accent4>
        <a:srgbClr val="64ffda"/>
      </a:accent4>
      <a:accent5>
        <a:srgbClr val="ffd966"/>
      </a:accent5>
      <a:accent6>
        <a:srgbClr val="f5f5f5"/>
      </a:accent6>
      <a:hlink>
        <a:srgbClr val="e9bd3a"/>
      </a:hlink>
      <a:folHlink>
        <a:srgbClr val="ffd966"/>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Slate Economica Gib">
  <a:themeElements>
    <a:clrScheme name="Slate">
      <a:dk1>
        <a:srgbClr val="ffffff"/>
      </a:dk1>
      <a:lt1>
        <a:srgbClr val="1b272e"/>
      </a:lt1>
      <a:dk2>
        <a:srgbClr val="9e9e9e"/>
      </a:dk2>
      <a:lt2>
        <a:srgbClr val="e0e0e0"/>
      </a:lt2>
      <a:accent1>
        <a:srgbClr val="616161"/>
      </a:accent1>
      <a:accent2>
        <a:srgbClr val="78909c"/>
      </a:accent2>
      <a:accent3>
        <a:srgbClr val="cacaca"/>
      </a:accent3>
      <a:accent4>
        <a:srgbClr val="64ffda"/>
      </a:accent4>
      <a:accent5>
        <a:srgbClr val="ffd966"/>
      </a:accent5>
      <a:accent6>
        <a:srgbClr val="f5f5f5"/>
      </a:accent6>
      <a:hlink>
        <a:srgbClr val="e9bd3a"/>
      </a:hlink>
      <a:folHlink>
        <a:srgbClr val="ffd966"/>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Slate Economica Gib">
  <a:themeElements>
    <a:clrScheme name="Slate">
      <a:dk1>
        <a:srgbClr val="ffffff"/>
      </a:dk1>
      <a:lt1>
        <a:srgbClr val="1b272e"/>
      </a:lt1>
      <a:dk2>
        <a:srgbClr val="9e9e9e"/>
      </a:dk2>
      <a:lt2>
        <a:srgbClr val="e0e0e0"/>
      </a:lt2>
      <a:accent1>
        <a:srgbClr val="616161"/>
      </a:accent1>
      <a:accent2>
        <a:srgbClr val="78909c"/>
      </a:accent2>
      <a:accent3>
        <a:srgbClr val="cacaca"/>
      </a:accent3>
      <a:accent4>
        <a:srgbClr val="64ffda"/>
      </a:accent4>
      <a:accent5>
        <a:srgbClr val="ffd966"/>
      </a:accent5>
      <a:accent6>
        <a:srgbClr val="f5f5f5"/>
      </a:accent6>
      <a:hlink>
        <a:srgbClr val="e9bd3a"/>
      </a:hlink>
      <a:folHlink>
        <a:srgbClr val="ffd966"/>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Slate Economica Gib">
  <a:themeElements>
    <a:clrScheme name="Slate">
      <a:dk1>
        <a:srgbClr val="ffffff"/>
      </a:dk1>
      <a:lt1>
        <a:srgbClr val="1b272e"/>
      </a:lt1>
      <a:dk2>
        <a:srgbClr val="9e9e9e"/>
      </a:dk2>
      <a:lt2>
        <a:srgbClr val="e0e0e0"/>
      </a:lt2>
      <a:accent1>
        <a:srgbClr val="616161"/>
      </a:accent1>
      <a:accent2>
        <a:srgbClr val="78909c"/>
      </a:accent2>
      <a:accent3>
        <a:srgbClr val="cacaca"/>
      </a:accent3>
      <a:accent4>
        <a:srgbClr val="64ffda"/>
      </a:accent4>
      <a:accent5>
        <a:srgbClr val="ffd966"/>
      </a:accent5>
      <a:accent6>
        <a:srgbClr val="f5f5f5"/>
      </a:accent6>
      <a:hlink>
        <a:srgbClr val="e9bd3a"/>
      </a:hlink>
      <a:folHlink>
        <a:srgbClr val="ffd966"/>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Slate Economica Gib">
  <a:themeElements>
    <a:clrScheme name="Slate">
      <a:dk1>
        <a:srgbClr val="ffffff"/>
      </a:dk1>
      <a:lt1>
        <a:srgbClr val="1b272e"/>
      </a:lt1>
      <a:dk2>
        <a:srgbClr val="9e9e9e"/>
      </a:dk2>
      <a:lt2>
        <a:srgbClr val="e0e0e0"/>
      </a:lt2>
      <a:accent1>
        <a:srgbClr val="616161"/>
      </a:accent1>
      <a:accent2>
        <a:srgbClr val="78909c"/>
      </a:accent2>
      <a:accent3>
        <a:srgbClr val="cacaca"/>
      </a:accent3>
      <a:accent4>
        <a:srgbClr val="64ffda"/>
      </a:accent4>
      <a:accent5>
        <a:srgbClr val="ffd966"/>
      </a:accent5>
      <a:accent6>
        <a:srgbClr val="f5f5f5"/>
      </a:accent6>
      <a:hlink>
        <a:srgbClr val="e9bd3a"/>
      </a:hlink>
      <a:folHlink>
        <a:srgbClr val="ffd966"/>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Slate Economica Gib">
  <a:themeElements>
    <a:clrScheme name="Slate">
      <a:dk1>
        <a:srgbClr val="ffffff"/>
      </a:dk1>
      <a:lt1>
        <a:srgbClr val="1b272e"/>
      </a:lt1>
      <a:dk2>
        <a:srgbClr val="9e9e9e"/>
      </a:dk2>
      <a:lt2>
        <a:srgbClr val="e0e0e0"/>
      </a:lt2>
      <a:accent1>
        <a:srgbClr val="616161"/>
      </a:accent1>
      <a:accent2>
        <a:srgbClr val="78909c"/>
      </a:accent2>
      <a:accent3>
        <a:srgbClr val="cacaca"/>
      </a:accent3>
      <a:accent4>
        <a:srgbClr val="64ffda"/>
      </a:accent4>
      <a:accent5>
        <a:srgbClr val="ffd966"/>
      </a:accent5>
      <a:accent6>
        <a:srgbClr val="f5f5f5"/>
      </a:accent6>
      <a:hlink>
        <a:srgbClr val="e9bd3a"/>
      </a:hlink>
      <a:folHlink>
        <a:srgbClr val="ffd966"/>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LibreOffice/24.2.7.2$Linux_X86_64 LibreOffice_project/420$Build-2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en-US</dc:language>
  <cp:lastModifiedBy/>
  <dcterms:modified xsi:type="dcterms:W3CDTF">2025-11-04T13:04:06Z</dcterms:modified>
  <cp:revision>1</cp:revision>
  <dc:subject/>
  <dc:title/>
</cp:coreProperties>
</file>